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827c8fbd234484" /><Relationship Type="http://schemas.openxmlformats.org/officeDocument/2006/relationships/extended-properties" Target="/docProps/app.xml" Id="Rd3d193acb0cf4cb4" /><Relationship Type="http://schemas.openxmlformats.org/officeDocument/2006/relationships/officeDocument" Target="/ppt/presentation.xml" Id="Racef6d36fab147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b5466f58e6485c"/>
  </p:sldMasterIdLst>
  <p:notesMasterIdLst>
    <p:notesMasterId xmlns:r="http://schemas.openxmlformats.org/officeDocument/2006/relationships" r:id="R46ebc996d7a44745"/>
  </p:notesMasterIdLst>
  <p:sldIdLst>
    <p:sldId xmlns:r="http://schemas.openxmlformats.org/officeDocument/2006/relationships" id="256" r:id="R266c4131ff7b4e6f"/>
  </p:sldIdLst>
  <p:sldSz cx="7132320" cy="603504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7a1616eda9472c" /><Relationship Type="http://schemas.openxmlformats.org/officeDocument/2006/relationships/slideMaster" Target="/ppt/slideMasters/slideMaster1.xml" Id="Re6b5466f58e6485c" /><Relationship Type="http://schemas.openxmlformats.org/officeDocument/2006/relationships/notesMaster" Target="/ppt/notesMasters/notesMaster1.xml" Id="R46ebc996d7a44745" /><Relationship Type="http://schemas.openxmlformats.org/officeDocument/2006/relationships/presProps" Target="/ppt/presProps.xml" Id="Rd36a0e61bfa946db" /><Relationship Type="http://schemas.openxmlformats.org/officeDocument/2006/relationships/tableStyles" Target="/ppt/tableStyles.xml" Id="R445efb02e82e4dbb" /><Relationship Type="http://schemas.openxmlformats.org/officeDocument/2006/relationships/slide" Target="/ppt/slides/slide1.xml" Id="R266c4131ff7b4e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c3d7d3110f42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9651bad8764a7d" /><Relationship Type="http://schemas.openxmlformats.org/officeDocument/2006/relationships/notesMaster" Target="/ppt/notesMasters/notesMaster1.xml" Id="R1d42acbe1bd84f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current/figures/Figure_4_Resolution_weighting.svg</a:t>
            </a:r>
          </a:p>
          <a:p xmlns:a="http://schemas.openxmlformats.org/drawingml/2006/main">
            <a:r>
              <a:t>Original source SHA-256: 38dd75107e884dcb70d51e4f058aaa9611b98f2d29ed89d7c53ac0b8336625fb</a:t>
            </a:r>
          </a:p>
          <a:p xmlns:a="http://schemas.openxmlformats.org/drawingml/2006/main">
            <a:r>
              <a:t>Figure content and statistical quantities retained from the supplied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3c42bd2ed142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c7590f2904b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73941437be4b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14a91a3274c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046bd4fd249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ccac10adc4e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A25B77-5C4E-4570-A93B-AED1E17F4F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32" y="2279904"/>
            <a:ext cx="5705856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484F96-9F46-4538-AF5B-51C2C14B33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69848" y="3319272"/>
            <a:ext cx="4992624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2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2A11F43-A72D-49E7-AFD9-EB329AF01F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32" y="2514600"/>
            <a:ext cx="5705856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34489B-96A5-430F-9AE4-0E67F33E6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1193" y="469392"/>
            <a:ext cx="6329934" cy="737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AF41FD-FDF4-4DF0-A2BB-393B175F0D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1193" y="1676400"/>
            <a:ext cx="6329934" cy="375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731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1pPr>
            <a:lvl2pPr marL="312039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2pPr>
            <a:lvl3pPr marL="490347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3pPr>
            <a:lvl4pPr marL="668655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4pPr>
            <a:lvl5pPr marL="846963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5pPr>
            <a:lvl6pPr marL="1025271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6pPr>
            <a:lvl7pPr marL="1203579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7pPr>
            <a:lvl8pPr marL="1381887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8pPr>
            <a:lvl9pPr marL="1560195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CFA427-28A0-43E9-8C1D-AF64F13DD2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1193" y="469392"/>
            <a:ext cx="6329934" cy="737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546BD0-107A-4D7B-A96E-BC0E1A577C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1193" y="1676400"/>
            <a:ext cx="2942082" cy="375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731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1pPr>
            <a:lvl2pPr marL="312039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2pPr>
            <a:lvl3pPr marL="490347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3pPr>
            <a:lvl4pPr marL="668655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4pPr>
            <a:lvl5pPr marL="846963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5pPr>
            <a:lvl6pPr marL="1025271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6pPr>
            <a:lvl7pPr marL="1203579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7pPr>
            <a:lvl8pPr marL="1381887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8pPr>
            <a:lvl9pPr marL="1560195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3956F6-3D9B-4E45-A76B-53CF2E7863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789045" y="1676400"/>
            <a:ext cx="2942082" cy="375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731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1pPr>
            <a:lvl2pPr marL="312039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2pPr>
            <a:lvl3pPr marL="490347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3pPr>
            <a:lvl4pPr marL="668655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4pPr>
            <a:lvl5pPr marL="846963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5pPr>
            <a:lvl6pPr marL="1025271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6pPr>
            <a:lvl7pPr marL="1203579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7pPr>
            <a:lvl8pPr marL="1381887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8pPr>
            <a:lvl9pPr marL="1560195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520566-7104-4999-A565-B1E677504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1193" y="469392"/>
            <a:ext cx="6329934" cy="737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DC39C1-FDD9-40F0-939E-8E2C27FCD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1193" y="1676400"/>
            <a:ext cx="2942082" cy="375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731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1pPr>
            <a:lvl2pPr marL="312039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2pPr>
            <a:lvl3pPr marL="490347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3pPr>
            <a:lvl4pPr marL="668655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4pPr>
            <a:lvl5pPr marL="846963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5pPr>
            <a:lvl6pPr marL="1025271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6pPr>
            <a:lvl7pPr marL="1203579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7pPr>
            <a:lvl8pPr marL="1381887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8pPr>
            <a:lvl9pPr marL="1560195" indent="-133731">
              <a:lnSpc>
                <a:spcPct val="110000"/>
              </a:lnSpc>
              <a:spcBef>
                <a:spcPts val="0"/>
              </a:spcBef>
              <a:spcAft>
                <a:spcPts val="70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52a66cbf1f4c2a" /><Relationship Type="http://schemas.openxmlformats.org/officeDocument/2006/relationships/slideLayout" Target="/ppt/slideLayouts/slideLayout1.xml" Id="R929cc34758324894" /><Relationship Type="http://schemas.openxmlformats.org/officeDocument/2006/relationships/slideLayout" Target="/ppt/slideLayouts/slideLayout2.xml" Id="R9707ddc6b87b4094" /><Relationship Type="http://schemas.openxmlformats.org/officeDocument/2006/relationships/slideLayout" Target="/ppt/slideLayouts/slideLayout3.xml" Id="R097ddddf8b184359" /><Relationship Type="http://schemas.openxmlformats.org/officeDocument/2006/relationships/slideLayout" Target="/ppt/slideLayouts/slideLayout4.xml" Id="Ra8a87a3d30e74cf5" /><Relationship Type="http://schemas.openxmlformats.org/officeDocument/2006/relationships/slideLayout" Target="/ppt/slideLayouts/slideLayout5.xml" Id="R0f12db6b82804f3c" /><Relationship Type="http://schemas.openxmlformats.org/officeDocument/2006/relationships/slideLayout" Target="/ppt/slideLayouts/slideLayout6.xml" Id="R78b57edcd23449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9cc34758324894"/>
    <p:sldLayoutId xmlns:r="http://schemas.openxmlformats.org/officeDocument/2006/relationships" id="2147483650" r:id="R9707ddc6b87b4094"/>
    <p:sldLayoutId xmlns:r="http://schemas.openxmlformats.org/officeDocument/2006/relationships" id="2147483651" r:id="R097ddddf8b184359"/>
    <p:sldLayoutId xmlns:r="http://schemas.openxmlformats.org/officeDocument/2006/relationships" id="2147483652" r:id="Ra8a87a3d30e74cf5"/>
    <p:sldLayoutId xmlns:r="http://schemas.openxmlformats.org/officeDocument/2006/relationships" id="2147483653" r:id="R0f12db6b82804f3c"/>
    <p:sldLayoutId xmlns:r="http://schemas.openxmlformats.org/officeDocument/2006/relationships" id="2147483654" r:id="R78b57edcd23449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40e22440294143" /><Relationship Type="http://schemas.openxmlformats.org/officeDocument/2006/relationships/notesSlide" Target="/ppt/notesSlides/notesSlide1.xml" Id="Rcd6767898b2347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svg-001 figure_1/patch_1">
            <a:extLst xmlns:a="http://schemas.openxmlformats.org/drawingml/2006/main">
              <a:ext uri="{FF2B5EF4-FFF2-40B4-BE49-F238E27FC236}">
                <a16:creationId xmlns:a16="http://schemas.microsoft.com/office/drawing/2014/main" id="{99ECC6D1-2E49-48B8-84F8-A3D3382F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32320" cy="6035040"/>
          </a:xfrm>
          <a:custGeom xmlns:a="http://schemas.openxmlformats.org/drawingml/2006/main">
            <a:pathLst>
              <a:path w="7132320" h="6035040">
                <a:moveTo>
                  <a:pt x="0" y="6035040"/>
                </a:moveTo>
                <a:lnTo>
                  <a:pt x="7132320" y="6035040"/>
                </a:lnTo>
                <a:lnTo>
                  <a:pt x="713232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" name="svg-002 figure_1/axes_1/patch_2">
            <a:extLst xmlns:a="http://schemas.openxmlformats.org/drawingml/2006/main">
              <a:ext uri="{FF2B5EF4-FFF2-40B4-BE49-F238E27FC236}">
                <a16:creationId xmlns:a16="http://schemas.microsoft.com/office/drawing/2014/main" id="{2EDD5C00-3835-479C-A9A7-8FF7036E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81" y="210803"/>
            <a:ext cx="2356611" cy="2407672"/>
          </a:xfrm>
          <a:custGeom xmlns:a="http://schemas.openxmlformats.org/drawingml/2006/main">
            <a:pathLst>
              <a:path w="2356611" h="2407672">
                <a:moveTo>
                  <a:pt x="0" y="2407672"/>
                </a:moveTo>
                <a:lnTo>
                  <a:pt x="2356611" y="2407672"/>
                </a:lnTo>
                <a:lnTo>
                  <a:pt x="23566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" name="svg-003 figure_1/axes_1/matplotlib.axis_1/xtick_1/line2d_1">
            <a:extLst xmlns:a="http://schemas.openxmlformats.org/drawingml/2006/main">
              <a:ext uri="{FF2B5EF4-FFF2-40B4-BE49-F238E27FC236}">
                <a16:creationId xmlns:a16="http://schemas.microsoft.com/office/drawing/2014/main" id="{ED1C005C-36DD-44FA-AB0E-61511254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537" y="261847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" name="svg-004 figure_1/axes_1/matplotlib.axis_1/xtick_1/text_1">
            <a:extLst xmlns:a="http://schemas.openxmlformats.org/drawingml/2006/main">
              <a:ext uri="{FF2B5EF4-FFF2-40B4-BE49-F238E27FC236}">
                <a16:creationId xmlns:a16="http://schemas.microsoft.com/office/drawing/2014/main" id="{EEA47264-F007-4626-BE74-08E1D2E1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410" y="2686783"/>
            <a:ext cx="24625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−15</a:t>
            </a:r>
          </a:p>
        </p:txBody>
      </p:sp>
      <p:sp>
        <p:nvSpPr>
          <p:cNvPr id="5" name="svg-005 figure_1/axes_1/matplotlib.axis_1/xtick_2/line2d_2">
            <a:extLst xmlns:a="http://schemas.openxmlformats.org/drawingml/2006/main">
              <a:ext uri="{FF2B5EF4-FFF2-40B4-BE49-F238E27FC236}">
                <a16:creationId xmlns:a16="http://schemas.microsoft.com/office/drawing/2014/main" id="{E24BF3BB-EEF0-46EF-9416-3712573E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731" y="261847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" name="svg-006 figure_1/axes_1/matplotlib.axis_1/xtick_2/text_2">
            <a:extLst xmlns:a="http://schemas.openxmlformats.org/drawingml/2006/main">
              <a:ext uri="{FF2B5EF4-FFF2-40B4-BE49-F238E27FC236}">
                <a16:creationId xmlns:a16="http://schemas.microsoft.com/office/drawing/2014/main" id="{234D6A93-7517-408F-8D99-0BB1E9E1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9605" y="2686783"/>
            <a:ext cx="24625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−10</a:t>
            </a:r>
          </a:p>
        </p:txBody>
      </p:sp>
      <p:sp>
        <p:nvSpPr>
          <p:cNvPr id="7" name="svg-007 figure_1/axes_1/matplotlib.axis_1/xtick_3/line2d_3">
            <a:extLst xmlns:a="http://schemas.openxmlformats.org/drawingml/2006/main">
              <a:ext uri="{FF2B5EF4-FFF2-40B4-BE49-F238E27FC236}">
                <a16:creationId xmlns:a16="http://schemas.microsoft.com/office/drawing/2014/main" id="{9500F744-FD3C-447F-AA69-21470A7D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926" y="261847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" name="svg-008 figure_1/axes_1/matplotlib.axis_1/xtick_3/text_3">
            <a:extLst xmlns:a="http://schemas.openxmlformats.org/drawingml/2006/main">
              <a:ext uri="{FF2B5EF4-FFF2-40B4-BE49-F238E27FC236}">
                <a16:creationId xmlns:a16="http://schemas.microsoft.com/office/drawing/2014/main" id="{9BFC9DF5-8C40-4E35-B31C-43299E3B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9121" y="2686783"/>
            <a:ext cx="17360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−5</a:t>
            </a:r>
          </a:p>
        </p:txBody>
      </p:sp>
      <p:sp>
        <p:nvSpPr>
          <p:cNvPr id="9" name="svg-009 figure_1/axes_1/matplotlib.axis_1/xtick_4/line2d_4">
            <a:extLst xmlns:a="http://schemas.openxmlformats.org/drawingml/2006/main">
              <a:ext uri="{FF2B5EF4-FFF2-40B4-BE49-F238E27FC236}">
                <a16:creationId xmlns:a16="http://schemas.microsoft.com/office/drawing/2014/main" id="{E1D3A9B7-4A30-4C1E-B06C-B857FBD5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120" y="261847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" name="svg-010 figure_1/axes_1/matplotlib.axis_1/xtick_4/text_4">
            <a:extLst xmlns:a="http://schemas.openxmlformats.org/drawingml/2006/main">
              <a:ext uri="{FF2B5EF4-FFF2-40B4-BE49-F238E27FC236}">
                <a16:creationId xmlns:a16="http://schemas.microsoft.com/office/drawing/2014/main" id="{E03E1AD0-3C44-408C-9D5A-74E4502C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0195" y="2686783"/>
            <a:ext cx="7785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sp>
        <p:nvSpPr>
          <p:cNvPr id="11" name="svg-011 figure_1/axes_1/matplotlib.axis_1/xtick_5/line2d_5">
            <a:extLst xmlns:a="http://schemas.openxmlformats.org/drawingml/2006/main">
              <a:ext uri="{FF2B5EF4-FFF2-40B4-BE49-F238E27FC236}">
                <a16:creationId xmlns:a16="http://schemas.microsoft.com/office/drawing/2014/main" id="{9CD67D8D-8E27-4817-8E71-240146B4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314" y="261847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2" name="svg-012 figure_1/axes_1/matplotlib.axis_1/xtick_5/text_5">
            <a:extLst xmlns:a="http://schemas.openxmlformats.org/drawingml/2006/main">
              <a:ext uri="{FF2B5EF4-FFF2-40B4-BE49-F238E27FC236}">
                <a16:creationId xmlns:a16="http://schemas.microsoft.com/office/drawing/2014/main" id="{60163514-4143-4DEC-A60E-D7877959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3389" y="2686783"/>
            <a:ext cx="7785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3" name="svg-013 figure_1/axes_1/matplotlib.axis_1/text_6">
            <a:extLst xmlns:a="http://schemas.openxmlformats.org/drawingml/2006/main">
              <a:ext uri="{FF2B5EF4-FFF2-40B4-BE49-F238E27FC236}">
                <a16:creationId xmlns:a16="http://schemas.microsoft.com/office/drawing/2014/main" id="{A4AA8BB5-65C5-4122-BC83-1FC3D615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458" y="2848204"/>
            <a:ext cx="132765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Minute minus 10 s (pp)</a:t>
            </a:r>
          </a:p>
        </p:txBody>
      </p:sp>
      <p:sp>
        <p:nvSpPr>
          <p:cNvPr id="14" name="svg-014 figure_1/axes_1/matplotlib.axis_2/ytick_1/line2d_6">
            <a:extLst xmlns:a="http://schemas.openxmlformats.org/drawingml/2006/main">
              <a:ext uri="{FF2B5EF4-FFF2-40B4-BE49-F238E27FC236}">
                <a16:creationId xmlns:a16="http://schemas.microsoft.com/office/drawing/2014/main" id="{00D2FBBD-8A6B-47AB-8B36-284FAF21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31" y="655296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5" name="svg-015 figure_1/axes_1/matplotlib.axis_2/ytick_1/text_7">
            <a:extLst xmlns:a="http://schemas.openxmlformats.org/drawingml/2006/main">
              <a:ext uri="{FF2B5EF4-FFF2-40B4-BE49-F238E27FC236}">
                <a16:creationId xmlns:a16="http://schemas.microsoft.com/office/drawing/2014/main" id="{39111B33-EFDA-4018-9985-ABF277EB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52" y="591280"/>
            <a:ext cx="70192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Hidden area</a:t>
            </a:r>
          </a:p>
        </p:txBody>
      </p:sp>
      <p:sp>
        <p:nvSpPr>
          <p:cNvPr id="16" name="svg-016 figure_1/axes_1/matplotlib.axis_2/ytick_2/line2d_7">
            <a:extLst xmlns:a="http://schemas.openxmlformats.org/drawingml/2006/main">
              <a:ext uri="{FF2B5EF4-FFF2-40B4-BE49-F238E27FC236}">
                <a16:creationId xmlns:a16="http://schemas.microsoft.com/office/drawing/2014/main" id="{305FB3D0-5CBD-42CC-83E6-BB0C804F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31" y="1396119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" name="svg-017 figure_1/axes_1/matplotlib.axis_2/ytick_2/text_8">
            <a:extLst xmlns:a="http://schemas.openxmlformats.org/drawingml/2006/main">
              <a:ext uri="{FF2B5EF4-FFF2-40B4-BE49-F238E27FC236}">
                <a16:creationId xmlns:a16="http://schemas.microsoft.com/office/drawing/2014/main" id="{EA7507EB-5797-4F00-AD9C-F4F1A406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75" y="1332102"/>
            <a:ext cx="975106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Overdisplay area</a:t>
            </a:r>
          </a:p>
        </p:txBody>
      </p:sp>
      <p:sp>
        <p:nvSpPr>
          <p:cNvPr id="18" name="svg-018 figure_1/axes_1/matplotlib.axis_2/ytick_3/line2d_8">
            <a:extLst xmlns:a="http://schemas.openxmlformats.org/drawingml/2006/main">
              <a:ext uri="{FF2B5EF4-FFF2-40B4-BE49-F238E27FC236}">
                <a16:creationId xmlns:a16="http://schemas.microsoft.com/office/drawing/2014/main" id="{9BABEE43-BA4A-4142-83B0-7D4D00DF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31" y="2136941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" name="svg-019 figure_1/axes_1/matplotlib.axis_2/ytick_3/text_9">
            <a:extLst xmlns:a="http://schemas.openxmlformats.org/drawingml/2006/main">
              <a:ext uri="{FF2B5EF4-FFF2-40B4-BE49-F238E27FC236}">
                <a16:creationId xmlns:a16="http://schemas.microsoft.com/office/drawing/2014/main" id="{89D643FB-2254-4455-AEDC-5584501A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818" y="2072924"/>
            <a:ext cx="83426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No low display</a:t>
            </a:r>
          </a:p>
        </p:txBody>
      </p:sp>
      <p:sp>
        <p:nvSpPr>
          <p:cNvPr id="20" name="svg-020 figure_1/axes_1/LineCollection_1">
            <a:extLst xmlns:a="http://schemas.openxmlformats.org/drawingml/2006/main">
              <a:ext uri="{FF2B5EF4-FFF2-40B4-BE49-F238E27FC236}">
                <a16:creationId xmlns:a16="http://schemas.microsoft.com/office/drawing/2014/main" id="{EAF055F9-DCF0-4CBF-BB27-A9736979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092" y="588622"/>
            <a:ext cx="84681" cy="13"/>
          </a:xfrm>
          <a:custGeom xmlns:a="http://schemas.openxmlformats.org/drawingml/2006/main">
            <a:pathLst>
              <a:path w="84681" h="13">
                <a:moveTo>
                  <a:pt x="0" y="0"/>
                </a:moveTo>
                <a:lnTo>
                  <a:pt x="846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7A8C"/>
            </a:solidFill>
            <a:prstDash val="solid"/>
          </a:ln>
        </p:spPr>
      </p:sp>
      <p:sp>
        <p:nvSpPr>
          <p:cNvPr id="21" name="svg-021 figure_1/axes_1/line2d_9">
            <a:extLst xmlns:a="http://schemas.openxmlformats.org/drawingml/2006/main">
              <a:ext uri="{FF2B5EF4-FFF2-40B4-BE49-F238E27FC236}">
                <a16:creationId xmlns:a16="http://schemas.microsoft.com/office/drawing/2014/main" id="{CB6F7EB3-5903-433D-A3E5-72D0D0CE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092" y="550522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22" name="svg-022 figure_1/axes_1/line2d_10">
            <a:extLst xmlns:a="http://schemas.openxmlformats.org/drawingml/2006/main">
              <a:ext uri="{FF2B5EF4-FFF2-40B4-BE49-F238E27FC236}">
                <a16:creationId xmlns:a16="http://schemas.microsoft.com/office/drawing/2014/main" id="{FFDB52BE-569D-4882-98C5-EB9C775A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773" y="550522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23" name="svg-023 figure_1/axes_1/LineCollection_2">
            <a:extLst xmlns:a="http://schemas.openxmlformats.org/drawingml/2006/main">
              <a:ext uri="{FF2B5EF4-FFF2-40B4-BE49-F238E27FC236}">
                <a16:creationId xmlns:a16="http://schemas.microsoft.com/office/drawing/2014/main" id="{E0528F02-D060-420E-8E38-B8620FC0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481" y="1329445"/>
            <a:ext cx="78543" cy="13"/>
          </a:xfrm>
          <a:custGeom xmlns:a="http://schemas.openxmlformats.org/drawingml/2006/main">
            <a:pathLst>
              <a:path w="78543" h="13">
                <a:moveTo>
                  <a:pt x="0" y="0"/>
                </a:moveTo>
                <a:lnTo>
                  <a:pt x="785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7A8C"/>
            </a:solidFill>
            <a:prstDash val="solid"/>
          </a:ln>
        </p:spPr>
      </p:sp>
      <p:sp>
        <p:nvSpPr>
          <p:cNvPr id="24" name="svg-024 figure_1/axes_1/line2d_11">
            <a:extLst xmlns:a="http://schemas.openxmlformats.org/drawingml/2006/main">
              <a:ext uri="{FF2B5EF4-FFF2-40B4-BE49-F238E27FC236}">
                <a16:creationId xmlns:a16="http://schemas.microsoft.com/office/drawing/2014/main" id="{416FA041-172A-4554-87C7-18B11C9C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481" y="1291345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25" name="svg-025 figure_1/axes_1/line2d_12">
            <a:extLst xmlns:a="http://schemas.openxmlformats.org/drawingml/2006/main">
              <a:ext uri="{FF2B5EF4-FFF2-40B4-BE49-F238E27FC236}">
                <a16:creationId xmlns:a16="http://schemas.microsoft.com/office/drawing/2014/main" id="{38B9E922-7E82-4342-9B8A-558D7034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025" y="1291345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26" name="svg-026 figure_1/axes_1/LineCollection_3">
            <a:extLst xmlns:a="http://schemas.openxmlformats.org/drawingml/2006/main">
              <a:ext uri="{FF2B5EF4-FFF2-40B4-BE49-F238E27FC236}">
                <a16:creationId xmlns:a16="http://schemas.microsoft.com/office/drawing/2014/main" id="{9785DA0C-86FF-4FDD-A4F1-C83039E1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665" y="2070267"/>
            <a:ext cx="91390" cy="13"/>
          </a:xfrm>
          <a:custGeom xmlns:a="http://schemas.openxmlformats.org/drawingml/2006/main">
            <a:pathLst>
              <a:path w="91390" h="13">
                <a:moveTo>
                  <a:pt x="0" y="0"/>
                </a:moveTo>
                <a:lnTo>
                  <a:pt x="913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7A8C"/>
            </a:solidFill>
            <a:prstDash val="solid"/>
          </a:ln>
        </p:spPr>
      </p:sp>
      <p:sp>
        <p:nvSpPr>
          <p:cNvPr id="27" name="svg-027 figure_1/axes_1/line2d_13">
            <a:extLst xmlns:a="http://schemas.openxmlformats.org/drawingml/2006/main">
              <a:ext uri="{FF2B5EF4-FFF2-40B4-BE49-F238E27FC236}">
                <a16:creationId xmlns:a16="http://schemas.microsoft.com/office/drawing/2014/main" id="{F8582A0D-6C36-4987-8FCE-8D079367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665" y="2032167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28" name="svg-028 figure_1/axes_1/line2d_14">
            <a:extLst xmlns:a="http://schemas.openxmlformats.org/drawingml/2006/main">
              <a:ext uri="{FF2B5EF4-FFF2-40B4-BE49-F238E27FC236}">
                <a16:creationId xmlns:a16="http://schemas.microsoft.com/office/drawing/2014/main" id="{3565D4E9-DEB3-4699-A249-FEBD5A93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056" y="2032167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29" name="svg-029 figure_1/axes_1/LineCollection_4">
            <a:extLst xmlns:a="http://schemas.openxmlformats.org/drawingml/2006/main">
              <a:ext uri="{FF2B5EF4-FFF2-40B4-BE49-F238E27FC236}">
                <a16:creationId xmlns:a16="http://schemas.microsoft.com/office/drawing/2014/main" id="{F86E4E20-F2B5-49C0-807E-41414703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909" y="721970"/>
            <a:ext cx="320275" cy="13"/>
          </a:xfrm>
          <a:custGeom xmlns:a="http://schemas.openxmlformats.org/drawingml/2006/main">
            <a:pathLst>
              <a:path w="320275" h="13">
                <a:moveTo>
                  <a:pt x="0" y="0"/>
                </a:moveTo>
                <a:lnTo>
                  <a:pt x="320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30" name="svg-030 figure_1/axes_1/line2d_15">
            <a:extLst xmlns:a="http://schemas.openxmlformats.org/drawingml/2006/main">
              <a:ext uri="{FF2B5EF4-FFF2-40B4-BE49-F238E27FC236}">
                <a16:creationId xmlns:a16="http://schemas.microsoft.com/office/drawing/2014/main" id="{3C5AA1F5-5D47-4A60-A5C0-9F9A33C4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909" y="683870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31" name="svg-031 figure_1/axes_1/line2d_16">
            <a:extLst xmlns:a="http://schemas.openxmlformats.org/drawingml/2006/main">
              <a:ext uri="{FF2B5EF4-FFF2-40B4-BE49-F238E27FC236}">
                <a16:creationId xmlns:a16="http://schemas.microsoft.com/office/drawing/2014/main" id="{90195E38-364E-4104-93A8-E2735DFF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184" y="683870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32" name="svg-032 figure_1/axes_1/LineCollection_5">
            <a:extLst xmlns:a="http://schemas.openxmlformats.org/drawingml/2006/main">
              <a:ext uri="{FF2B5EF4-FFF2-40B4-BE49-F238E27FC236}">
                <a16:creationId xmlns:a16="http://schemas.microsoft.com/office/drawing/2014/main" id="{A2A3EA77-7F0E-4DA1-88FC-774846F5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245" y="1462793"/>
            <a:ext cx="313248" cy="13"/>
          </a:xfrm>
          <a:custGeom xmlns:a="http://schemas.openxmlformats.org/drawingml/2006/main">
            <a:pathLst>
              <a:path w="313248" h="13">
                <a:moveTo>
                  <a:pt x="0" y="0"/>
                </a:moveTo>
                <a:lnTo>
                  <a:pt x="3132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33" name="svg-033 figure_1/axes_1/line2d_17">
            <a:extLst xmlns:a="http://schemas.openxmlformats.org/drawingml/2006/main">
              <a:ext uri="{FF2B5EF4-FFF2-40B4-BE49-F238E27FC236}">
                <a16:creationId xmlns:a16="http://schemas.microsoft.com/office/drawing/2014/main" id="{BB77B459-4BA2-42AF-BD98-8D297D11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245" y="1424693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34" name="svg-034 figure_1/axes_1/line2d_18">
            <a:extLst xmlns:a="http://schemas.openxmlformats.org/drawingml/2006/main">
              <a:ext uri="{FF2B5EF4-FFF2-40B4-BE49-F238E27FC236}">
                <a16:creationId xmlns:a16="http://schemas.microsoft.com/office/drawing/2014/main" id="{41315892-9C84-4D4B-A2C7-0E89CC35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493" y="1424693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35" name="svg-035 figure_1/axes_1/LineCollection_6">
            <a:extLst xmlns:a="http://schemas.openxmlformats.org/drawingml/2006/main">
              <a:ext uri="{FF2B5EF4-FFF2-40B4-BE49-F238E27FC236}">
                <a16:creationId xmlns:a16="http://schemas.microsoft.com/office/drawing/2014/main" id="{85EF944D-F1D9-409E-9F11-4437638D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888" y="2203615"/>
            <a:ext cx="169586" cy="13"/>
          </a:xfrm>
          <a:custGeom xmlns:a="http://schemas.openxmlformats.org/drawingml/2006/main">
            <a:pathLst>
              <a:path w="169586" h="13">
                <a:moveTo>
                  <a:pt x="0" y="0"/>
                </a:moveTo>
                <a:lnTo>
                  <a:pt x="169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36" name="svg-036 figure_1/axes_1/line2d_19">
            <a:extLst xmlns:a="http://schemas.openxmlformats.org/drawingml/2006/main">
              <a:ext uri="{FF2B5EF4-FFF2-40B4-BE49-F238E27FC236}">
                <a16:creationId xmlns:a16="http://schemas.microsoft.com/office/drawing/2014/main" id="{67C70667-8C3B-4A60-99E9-9EF6590A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888" y="2165515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37" name="svg-037 figure_1/axes_1/line2d_20">
            <a:extLst xmlns:a="http://schemas.openxmlformats.org/drawingml/2006/main">
              <a:ext uri="{FF2B5EF4-FFF2-40B4-BE49-F238E27FC236}">
                <a16:creationId xmlns:a16="http://schemas.microsoft.com/office/drawing/2014/main" id="{7D73EACA-3B44-4FE9-84D2-651A57BE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3474" y="2165515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38" name="svg-038 figure_1/axes_1/line2d_21">
            <a:extLst xmlns:a="http://schemas.openxmlformats.org/drawingml/2006/main">
              <a:ext uri="{FF2B5EF4-FFF2-40B4-BE49-F238E27FC236}">
                <a16:creationId xmlns:a16="http://schemas.microsoft.com/office/drawing/2014/main" id="{FBA2C2AB-CA74-4BDC-B5C6-493AFBEA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120" y="210803"/>
            <a:ext cx="13" cy="2407672"/>
          </a:xfrm>
          <a:custGeom xmlns:a="http://schemas.openxmlformats.org/drawingml/2006/main">
            <a:pathLst>
              <a:path w="13" h="2407672">
                <a:moveTo>
                  <a:pt x="0" y="24076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999999"/>
            </a:solidFill>
            <a:prstDash val="solid"/>
          </a:ln>
        </p:spPr>
      </p:sp>
      <p:sp>
        <p:nvSpPr>
          <p:cNvPr id="39" name="svg-039 figure_1/axes_1/line2d_22">
            <a:extLst xmlns:a="http://schemas.openxmlformats.org/drawingml/2006/main">
              <a:ext uri="{FF2B5EF4-FFF2-40B4-BE49-F238E27FC236}">
                <a16:creationId xmlns:a16="http://schemas.microsoft.com/office/drawing/2014/main" id="{CA7662E7-4761-41D4-8A64-E044C3EB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404" y="550522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40" name="svg-040 figure_1/axes_1/line2d_23">
            <a:extLst xmlns:a="http://schemas.openxmlformats.org/drawingml/2006/main">
              <a:ext uri="{FF2B5EF4-FFF2-40B4-BE49-F238E27FC236}">
                <a16:creationId xmlns:a16="http://schemas.microsoft.com/office/drawing/2014/main" id="{D4990127-C3A7-467F-8361-5D4E3944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46" y="1291345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41" name="svg-041 figure_1/axes_1/line2d_24">
            <a:extLst xmlns:a="http://schemas.openxmlformats.org/drawingml/2006/main">
              <a:ext uri="{FF2B5EF4-FFF2-40B4-BE49-F238E27FC236}">
                <a16:creationId xmlns:a16="http://schemas.microsoft.com/office/drawing/2014/main" id="{279E0657-8618-4B2C-B376-7FC73699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928" y="2032167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42" name="svg-042 figure_1/axes_1/line2d_25">
            <a:extLst xmlns:a="http://schemas.openxmlformats.org/drawingml/2006/main">
              <a:ext uri="{FF2B5EF4-FFF2-40B4-BE49-F238E27FC236}">
                <a16:creationId xmlns:a16="http://schemas.microsoft.com/office/drawing/2014/main" id="{45FDB80F-DB27-4235-BF1C-96A93DB3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152" y="683870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43" name="svg-043 figure_1/axes_1/line2d_26">
            <a:extLst xmlns:a="http://schemas.openxmlformats.org/drawingml/2006/main">
              <a:ext uri="{FF2B5EF4-FFF2-40B4-BE49-F238E27FC236}">
                <a16:creationId xmlns:a16="http://schemas.microsoft.com/office/drawing/2014/main" id="{B0D6769F-50B5-441C-B7FE-6EB55404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13" y="1424693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44" name="svg-044 figure_1/axes_1/line2d_27">
            <a:extLst xmlns:a="http://schemas.openxmlformats.org/drawingml/2006/main">
              <a:ext uri="{FF2B5EF4-FFF2-40B4-BE49-F238E27FC236}">
                <a16:creationId xmlns:a16="http://schemas.microsoft.com/office/drawing/2014/main" id="{34E66412-FCF4-467C-AF02-C4C1FEB7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337" y="2165515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45" name="svg-045 figure_1/axes_1/patch_3">
            <a:extLst xmlns:a="http://schemas.openxmlformats.org/drawingml/2006/main">
              <a:ext uri="{FF2B5EF4-FFF2-40B4-BE49-F238E27FC236}">
                <a16:creationId xmlns:a16="http://schemas.microsoft.com/office/drawing/2014/main" id="{A94F6479-F210-4CB8-B558-E0E2B880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81" y="210803"/>
            <a:ext cx="13" cy="2407672"/>
          </a:xfrm>
          <a:custGeom xmlns:a="http://schemas.openxmlformats.org/drawingml/2006/main">
            <a:pathLst>
              <a:path w="13" h="2407672">
                <a:moveTo>
                  <a:pt x="0" y="24076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6" name="svg-046 figure_1/axes_1/patch_4">
            <a:extLst xmlns:a="http://schemas.openxmlformats.org/drawingml/2006/main">
              <a:ext uri="{FF2B5EF4-FFF2-40B4-BE49-F238E27FC236}">
                <a16:creationId xmlns:a16="http://schemas.microsoft.com/office/drawing/2014/main" id="{BAF3DEEB-D4FD-4BC4-96C1-57331FBC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81" y="2618475"/>
            <a:ext cx="2356611" cy="13"/>
          </a:xfrm>
          <a:custGeom xmlns:a="http://schemas.openxmlformats.org/drawingml/2006/main">
            <a:pathLst>
              <a:path w="2356611" h="13">
                <a:moveTo>
                  <a:pt x="0" y="0"/>
                </a:moveTo>
                <a:lnTo>
                  <a:pt x="23566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7" name="svg-047 figure_1/axes_1/text_10">
            <a:extLst xmlns:a="http://schemas.openxmlformats.org/drawingml/2006/main">
              <a:ext uri="{FF2B5EF4-FFF2-40B4-BE49-F238E27FC236}">
                <a16:creationId xmlns:a16="http://schemas.microsoft.com/office/drawing/2014/main" id="{092F4E68-21A0-4C1E-B30D-1866437D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8037" y="15223"/>
            <a:ext cx="1714500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  Original paired hours</a:t>
            </a:r>
          </a:p>
        </p:txBody>
      </p:sp>
      <p:sp>
        <p:nvSpPr>
          <p:cNvPr id="48" name="svg-048 figure_1/axes_1/legend_1/LineCollection_7">
            <a:extLst xmlns:a="http://schemas.openxmlformats.org/drawingml/2006/main">
              <a:ext uri="{FF2B5EF4-FFF2-40B4-BE49-F238E27FC236}">
                <a16:creationId xmlns:a16="http://schemas.microsoft.com/office/drawing/2014/main" id="{DEAA74BD-6826-45BA-94CE-05A91BAA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21" y="2321216"/>
            <a:ext cx="101600" cy="13"/>
          </a:xfrm>
          <a:custGeom xmlns:a="http://schemas.openxmlformats.org/drawingml/2006/main">
            <a:pathLst>
              <a:path w="101600" h="13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7A8C"/>
            </a:solidFill>
            <a:prstDash val="solid"/>
          </a:ln>
        </p:spPr>
      </p:sp>
      <p:sp>
        <p:nvSpPr>
          <p:cNvPr id="49" name="svg-049 figure_1/axes_1/legend_1/line2d_28">
            <a:extLst xmlns:a="http://schemas.openxmlformats.org/drawingml/2006/main">
              <a:ext uri="{FF2B5EF4-FFF2-40B4-BE49-F238E27FC236}">
                <a16:creationId xmlns:a16="http://schemas.microsoft.com/office/drawing/2014/main" id="{A0676735-7507-4B1D-8531-07D3F06F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21" y="2283116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50" name="svg-050 figure_1/axes_1/legend_1/line2d_29">
            <a:extLst xmlns:a="http://schemas.openxmlformats.org/drawingml/2006/main">
              <a:ext uri="{FF2B5EF4-FFF2-40B4-BE49-F238E27FC236}">
                <a16:creationId xmlns:a16="http://schemas.microsoft.com/office/drawing/2014/main" id="{04B2E991-1381-448C-AB92-863F3712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21" y="2283116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51" name="svg-051 figure_1/axes_1/legend_1/line2d_31">
            <a:extLst xmlns:a="http://schemas.openxmlformats.org/drawingml/2006/main">
              <a:ext uri="{FF2B5EF4-FFF2-40B4-BE49-F238E27FC236}">
                <a16:creationId xmlns:a16="http://schemas.microsoft.com/office/drawing/2014/main" id="{0A5F6A4F-07CA-4C53-8B27-FD1C6A46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921" y="2283116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52" name="svg-052 figure_1/axes_1/legend_1/text_11">
            <a:extLst xmlns:a="http://schemas.openxmlformats.org/drawingml/2006/main">
              <a:ext uri="{FF2B5EF4-FFF2-40B4-BE49-F238E27FC236}">
                <a16:creationId xmlns:a16="http://schemas.microsoft.com/office/drawing/2014/main" id="{82150127-57C3-49E6-AD1F-E27380F9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2901" y="2261272"/>
            <a:ext cx="37884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VitalDB</a:t>
            </a:r>
          </a:p>
        </p:txBody>
      </p:sp>
      <p:sp>
        <p:nvSpPr>
          <p:cNvPr id="53" name="svg-053 figure_1/axes_1/legend_1/LineCollection_8">
            <a:extLst xmlns:a="http://schemas.openxmlformats.org/drawingml/2006/main">
              <a:ext uri="{FF2B5EF4-FFF2-40B4-BE49-F238E27FC236}">
                <a16:creationId xmlns:a16="http://schemas.microsoft.com/office/drawing/2014/main" id="{20F971B7-D8C2-4183-BF85-22539DA5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21" y="2470345"/>
            <a:ext cx="101600" cy="13"/>
          </a:xfrm>
          <a:custGeom xmlns:a="http://schemas.openxmlformats.org/drawingml/2006/main">
            <a:pathLst>
              <a:path w="101600" h="13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54" name="svg-054 figure_1/axes_1/legend_1/line2d_32">
            <a:extLst xmlns:a="http://schemas.openxmlformats.org/drawingml/2006/main">
              <a:ext uri="{FF2B5EF4-FFF2-40B4-BE49-F238E27FC236}">
                <a16:creationId xmlns:a16="http://schemas.microsoft.com/office/drawing/2014/main" id="{F46DFB6B-993D-4F2A-9A0E-E834E95D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21" y="2432245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55" name="svg-055 figure_1/axes_1/legend_1/line2d_33">
            <a:extLst xmlns:a="http://schemas.openxmlformats.org/drawingml/2006/main">
              <a:ext uri="{FF2B5EF4-FFF2-40B4-BE49-F238E27FC236}">
                <a16:creationId xmlns:a16="http://schemas.microsoft.com/office/drawing/2014/main" id="{EAEB3DEE-6B68-40B2-9809-C6216C49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21" y="2432245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56" name="svg-056 figure_1/axes_1/legend_1/line2d_35">
            <a:extLst xmlns:a="http://schemas.openxmlformats.org/drawingml/2006/main">
              <a:ext uri="{FF2B5EF4-FFF2-40B4-BE49-F238E27FC236}">
                <a16:creationId xmlns:a16="http://schemas.microsoft.com/office/drawing/2014/main" id="{6C0BC6FD-B2DF-469C-BF46-C1C6569F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921" y="2432245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57" name="svg-057 figure_1/axes_1/legend_1/text_12">
            <a:extLst xmlns:a="http://schemas.openxmlformats.org/drawingml/2006/main">
              <a:ext uri="{FF2B5EF4-FFF2-40B4-BE49-F238E27FC236}">
                <a16:creationId xmlns:a16="http://schemas.microsoft.com/office/drawing/2014/main" id="{C43EACFB-BE4A-4A74-990C-F110E212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2901" y="2410401"/>
            <a:ext cx="31127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MIMIC</a:t>
            </a:r>
          </a:p>
        </p:txBody>
      </p:sp>
      <p:sp>
        <p:nvSpPr>
          <p:cNvPr id="58" name="svg-058 figure_1/axes_2/patch_5">
            <a:extLst xmlns:a="http://schemas.openxmlformats.org/drawingml/2006/main">
              <a:ext uri="{FF2B5EF4-FFF2-40B4-BE49-F238E27FC236}">
                <a16:creationId xmlns:a16="http://schemas.microsoft.com/office/drawing/2014/main" id="{F9F8C288-DD0F-4BE7-8D02-1DDFD04F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883" y="210803"/>
            <a:ext cx="2356611" cy="2407672"/>
          </a:xfrm>
          <a:custGeom xmlns:a="http://schemas.openxmlformats.org/drawingml/2006/main">
            <a:pathLst>
              <a:path w="2356611" h="2407672">
                <a:moveTo>
                  <a:pt x="0" y="2407672"/>
                </a:moveTo>
                <a:lnTo>
                  <a:pt x="2356611" y="2407672"/>
                </a:lnTo>
                <a:lnTo>
                  <a:pt x="23566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9" name="svg-059 figure_1/axes_2/matplotlib.axis_3/xtick_6/line2d_36">
            <a:extLst xmlns:a="http://schemas.openxmlformats.org/drawingml/2006/main">
              <a:ext uri="{FF2B5EF4-FFF2-40B4-BE49-F238E27FC236}">
                <a16:creationId xmlns:a16="http://schemas.microsoft.com/office/drawing/2014/main" id="{29C41294-3727-427C-A9F6-8DD0B842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438" y="261847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0" name="svg-060 figure_1/axes_2/matplotlib.axis_3/xtick_6/text_13">
            <a:extLst xmlns:a="http://schemas.openxmlformats.org/drawingml/2006/main">
              <a:ext uri="{FF2B5EF4-FFF2-40B4-BE49-F238E27FC236}">
                <a16:creationId xmlns:a16="http://schemas.microsoft.com/office/drawing/2014/main" id="{EEB490CB-FAA2-4E45-9432-11D6B989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4312" y="2686783"/>
            <a:ext cx="24625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−15</a:t>
            </a:r>
          </a:p>
        </p:txBody>
      </p:sp>
      <p:sp>
        <p:nvSpPr>
          <p:cNvPr id="61" name="svg-061 figure_1/axes_2/matplotlib.axis_3/xtick_7/line2d_37">
            <a:extLst xmlns:a="http://schemas.openxmlformats.org/drawingml/2006/main">
              <a:ext uri="{FF2B5EF4-FFF2-40B4-BE49-F238E27FC236}">
                <a16:creationId xmlns:a16="http://schemas.microsoft.com/office/drawing/2014/main" id="{DA0E1642-009A-402B-82BD-6FD15AEB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633" y="261847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2" name="svg-062 figure_1/axes_2/matplotlib.axis_3/xtick_7/text_14">
            <a:extLst xmlns:a="http://schemas.openxmlformats.org/drawingml/2006/main">
              <a:ext uri="{FF2B5EF4-FFF2-40B4-BE49-F238E27FC236}">
                <a16:creationId xmlns:a16="http://schemas.microsoft.com/office/drawing/2014/main" id="{F8F4E759-D5CB-45E1-9625-CFC6FA1A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506" y="2686783"/>
            <a:ext cx="24625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−10</a:t>
            </a:r>
          </a:p>
        </p:txBody>
      </p:sp>
      <p:sp>
        <p:nvSpPr>
          <p:cNvPr id="63" name="svg-063 figure_1/axes_2/matplotlib.axis_3/xtick_8/line2d_38">
            <a:extLst xmlns:a="http://schemas.openxmlformats.org/drawingml/2006/main">
              <a:ext uri="{FF2B5EF4-FFF2-40B4-BE49-F238E27FC236}">
                <a16:creationId xmlns:a16="http://schemas.microsoft.com/office/drawing/2014/main" id="{4343E767-F150-49B4-B04F-771BD830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827" y="261847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4" name="svg-064 figure_1/axes_2/matplotlib.axis_3/xtick_8/text_15">
            <a:extLst xmlns:a="http://schemas.openxmlformats.org/drawingml/2006/main">
              <a:ext uri="{FF2B5EF4-FFF2-40B4-BE49-F238E27FC236}">
                <a16:creationId xmlns:a16="http://schemas.microsoft.com/office/drawing/2014/main" id="{2C1B0D83-0C97-4AD1-A567-1BF5E257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7023" y="2686783"/>
            <a:ext cx="17360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−5</a:t>
            </a:r>
          </a:p>
        </p:txBody>
      </p:sp>
      <p:sp>
        <p:nvSpPr>
          <p:cNvPr id="65" name="svg-065 figure_1/axes_2/matplotlib.axis_3/xtick_9/line2d_39">
            <a:extLst xmlns:a="http://schemas.openxmlformats.org/drawingml/2006/main">
              <a:ext uri="{FF2B5EF4-FFF2-40B4-BE49-F238E27FC236}">
                <a16:creationId xmlns:a16="http://schemas.microsoft.com/office/drawing/2014/main" id="{3C396EA4-5F48-4F8D-B6B4-B2FE0FB1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021" y="261847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6" name="svg-066 figure_1/axes_2/matplotlib.axis_3/xtick_9/text_16">
            <a:extLst xmlns:a="http://schemas.openxmlformats.org/drawingml/2006/main">
              <a:ext uri="{FF2B5EF4-FFF2-40B4-BE49-F238E27FC236}">
                <a16:creationId xmlns:a16="http://schemas.microsoft.com/office/drawing/2014/main" id="{372E7853-4E5F-4239-B26C-3A064858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8096" y="2686783"/>
            <a:ext cx="7785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sp>
        <p:nvSpPr>
          <p:cNvPr id="67" name="svg-067 figure_1/axes_2/matplotlib.axis_3/xtick_10/line2d_40">
            <a:extLst xmlns:a="http://schemas.openxmlformats.org/drawingml/2006/main">
              <a:ext uri="{FF2B5EF4-FFF2-40B4-BE49-F238E27FC236}">
                <a16:creationId xmlns:a16="http://schemas.microsoft.com/office/drawing/2014/main" id="{27C0A7F3-D11A-49E1-9264-7320909B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216" y="261847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8" name="svg-068 figure_1/axes_2/matplotlib.axis_3/xtick_10/text_17">
            <a:extLst xmlns:a="http://schemas.openxmlformats.org/drawingml/2006/main">
              <a:ext uri="{FF2B5EF4-FFF2-40B4-BE49-F238E27FC236}">
                <a16:creationId xmlns:a16="http://schemas.microsoft.com/office/drawing/2014/main" id="{1E9CF6B2-71E3-4F24-91A6-BA56AA96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1290" y="2686783"/>
            <a:ext cx="7785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9" name="svg-069 figure_1/axes_2/matplotlib.axis_3/text_18">
            <a:extLst xmlns:a="http://schemas.openxmlformats.org/drawingml/2006/main">
              <a:ext uri="{FF2B5EF4-FFF2-40B4-BE49-F238E27FC236}">
                <a16:creationId xmlns:a16="http://schemas.microsoft.com/office/drawing/2014/main" id="{2ECDA6F1-D9A7-4E28-8FAD-8408C9ED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9359" y="2848204"/>
            <a:ext cx="132765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Minute minus 10 s (pp)</a:t>
            </a:r>
          </a:p>
        </p:txBody>
      </p:sp>
      <p:sp>
        <p:nvSpPr>
          <p:cNvPr id="70" name="svg-070 figure_1/axes_2/matplotlib.axis_4/ytick_4/line2d_41">
            <a:extLst xmlns:a="http://schemas.openxmlformats.org/drawingml/2006/main">
              <a:ext uri="{FF2B5EF4-FFF2-40B4-BE49-F238E27FC236}">
                <a16:creationId xmlns:a16="http://schemas.microsoft.com/office/drawing/2014/main" id="{DA3012BB-4B39-479A-A5FB-3BF1C217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433" y="655296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1" name="svg-071 figure_1/axes_2/matplotlib.axis_4/ytick_4/text_19">
            <a:extLst xmlns:a="http://schemas.openxmlformats.org/drawingml/2006/main">
              <a:ext uri="{FF2B5EF4-FFF2-40B4-BE49-F238E27FC236}">
                <a16:creationId xmlns:a16="http://schemas.microsoft.com/office/drawing/2014/main" id="{6CEAEACE-5115-4575-B702-B6384D00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4054" y="591280"/>
            <a:ext cx="70192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Hidden area</a:t>
            </a:r>
          </a:p>
        </p:txBody>
      </p:sp>
      <p:sp>
        <p:nvSpPr>
          <p:cNvPr id="72" name="svg-072 figure_1/axes_2/matplotlib.axis_4/ytick_5/line2d_42">
            <a:extLst xmlns:a="http://schemas.openxmlformats.org/drawingml/2006/main">
              <a:ext uri="{FF2B5EF4-FFF2-40B4-BE49-F238E27FC236}">
                <a16:creationId xmlns:a16="http://schemas.microsoft.com/office/drawing/2014/main" id="{01F12CB8-7BE4-430A-8B63-3ADDD5A7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433" y="1396119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3" name="svg-073 figure_1/axes_2/matplotlib.axis_4/ytick_5/text_20">
            <a:extLst xmlns:a="http://schemas.openxmlformats.org/drawingml/2006/main">
              <a:ext uri="{FF2B5EF4-FFF2-40B4-BE49-F238E27FC236}">
                <a16:creationId xmlns:a16="http://schemas.microsoft.com/office/drawing/2014/main" id="{AA54154A-C212-4B01-8069-E057FB46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877" y="1332102"/>
            <a:ext cx="975106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Overdisplay area</a:t>
            </a:r>
          </a:p>
        </p:txBody>
      </p:sp>
      <p:sp>
        <p:nvSpPr>
          <p:cNvPr id="74" name="svg-074 figure_1/axes_2/matplotlib.axis_4/ytick_6/line2d_43">
            <a:extLst xmlns:a="http://schemas.openxmlformats.org/drawingml/2006/main">
              <a:ext uri="{FF2B5EF4-FFF2-40B4-BE49-F238E27FC236}">
                <a16:creationId xmlns:a16="http://schemas.microsoft.com/office/drawing/2014/main" id="{BA25EE0D-7260-4FDC-A75E-405715E0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433" y="2136941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5" name="svg-075 figure_1/axes_2/matplotlib.axis_4/ytick_6/text_21">
            <a:extLst xmlns:a="http://schemas.openxmlformats.org/drawingml/2006/main">
              <a:ext uri="{FF2B5EF4-FFF2-40B4-BE49-F238E27FC236}">
                <a16:creationId xmlns:a16="http://schemas.microsoft.com/office/drawing/2014/main" id="{8DE24ECF-4ABC-4A4F-8BD8-B62D8D02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1720" y="2072924"/>
            <a:ext cx="83426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No low display</a:t>
            </a:r>
          </a:p>
        </p:txBody>
      </p:sp>
      <p:sp>
        <p:nvSpPr>
          <p:cNvPr id="76" name="svg-076 figure_1/axes_2/LineCollection_9">
            <a:extLst xmlns:a="http://schemas.openxmlformats.org/drawingml/2006/main">
              <a:ext uri="{FF2B5EF4-FFF2-40B4-BE49-F238E27FC236}">
                <a16:creationId xmlns:a16="http://schemas.microsoft.com/office/drawing/2014/main" id="{A33DB022-8851-4076-B9DF-CFD129C9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988" y="588622"/>
            <a:ext cx="71469" cy="13"/>
          </a:xfrm>
          <a:custGeom xmlns:a="http://schemas.openxmlformats.org/drawingml/2006/main">
            <a:pathLst>
              <a:path w="71469" h="13">
                <a:moveTo>
                  <a:pt x="0" y="0"/>
                </a:moveTo>
                <a:lnTo>
                  <a:pt x="714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7A8C"/>
            </a:solidFill>
            <a:prstDash val="solid"/>
          </a:ln>
        </p:spPr>
      </p:sp>
      <p:sp>
        <p:nvSpPr>
          <p:cNvPr id="77" name="svg-077 figure_1/axes_2/line2d_44">
            <a:extLst xmlns:a="http://schemas.openxmlformats.org/drawingml/2006/main">
              <a:ext uri="{FF2B5EF4-FFF2-40B4-BE49-F238E27FC236}">
                <a16:creationId xmlns:a16="http://schemas.microsoft.com/office/drawing/2014/main" id="{A1CE3909-50CC-4A7C-80CF-C05475C9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988" y="550522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78" name="svg-078 figure_1/axes_2/line2d_45">
            <a:extLst xmlns:a="http://schemas.openxmlformats.org/drawingml/2006/main">
              <a:ext uri="{FF2B5EF4-FFF2-40B4-BE49-F238E27FC236}">
                <a16:creationId xmlns:a16="http://schemas.microsoft.com/office/drawing/2014/main" id="{D867B9DD-1250-4E1D-AE5E-23233A46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458" y="550522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79" name="svg-079 figure_1/axes_2/LineCollection_10">
            <a:extLst xmlns:a="http://schemas.openxmlformats.org/drawingml/2006/main">
              <a:ext uri="{FF2B5EF4-FFF2-40B4-BE49-F238E27FC236}">
                <a16:creationId xmlns:a16="http://schemas.microsoft.com/office/drawing/2014/main" id="{6FED9750-AA9E-4445-8E64-0B89E0F1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291" y="1329445"/>
            <a:ext cx="73925" cy="13"/>
          </a:xfrm>
          <a:custGeom xmlns:a="http://schemas.openxmlformats.org/drawingml/2006/main">
            <a:pathLst>
              <a:path w="73925" h="13">
                <a:moveTo>
                  <a:pt x="0" y="0"/>
                </a:moveTo>
                <a:lnTo>
                  <a:pt x="73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7A8C"/>
            </a:solidFill>
            <a:prstDash val="solid"/>
          </a:ln>
        </p:spPr>
      </p:sp>
      <p:sp>
        <p:nvSpPr>
          <p:cNvPr id="80" name="svg-080 figure_1/axes_2/line2d_46">
            <a:extLst xmlns:a="http://schemas.openxmlformats.org/drawingml/2006/main">
              <a:ext uri="{FF2B5EF4-FFF2-40B4-BE49-F238E27FC236}">
                <a16:creationId xmlns:a16="http://schemas.microsoft.com/office/drawing/2014/main" id="{90498DA3-DC8D-4B52-B7B6-B58616B9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291" y="1291345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81" name="svg-081 figure_1/axes_2/line2d_47">
            <a:extLst xmlns:a="http://schemas.openxmlformats.org/drawingml/2006/main">
              <a:ext uri="{FF2B5EF4-FFF2-40B4-BE49-F238E27FC236}">
                <a16:creationId xmlns:a16="http://schemas.microsoft.com/office/drawing/2014/main" id="{8BBE807C-3A29-40B5-98AD-C1836D92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216" y="1291345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82" name="svg-082 figure_1/axes_2/LineCollection_11">
            <a:extLst xmlns:a="http://schemas.openxmlformats.org/drawingml/2006/main">
              <a:ext uri="{FF2B5EF4-FFF2-40B4-BE49-F238E27FC236}">
                <a16:creationId xmlns:a16="http://schemas.microsoft.com/office/drawing/2014/main" id="{5A60DB85-400F-4FA4-B539-37B08100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2070267"/>
            <a:ext cx="84297" cy="13"/>
          </a:xfrm>
          <a:custGeom xmlns:a="http://schemas.openxmlformats.org/drawingml/2006/main">
            <a:pathLst>
              <a:path w="84297" h="13">
                <a:moveTo>
                  <a:pt x="0" y="0"/>
                </a:moveTo>
                <a:lnTo>
                  <a:pt x="842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7A8C"/>
            </a:solidFill>
            <a:prstDash val="solid"/>
          </a:ln>
        </p:spPr>
      </p:sp>
      <p:sp>
        <p:nvSpPr>
          <p:cNvPr id="83" name="svg-083 figure_1/axes_2/line2d_48">
            <a:extLst xmlns:a="http://schemas.openxmlformats.org/drawingml/2006/main">
              <a:ext uri="{FF2B5EF4-FFF2-40B4-BE49-F238E27FC236}">
                <a16:creationId xmlns:a16="http://schemas.microsoft.com/office/drawing/2014/main" id="{8691059A-41C0-4807-83A7-0DDDF341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91" y="2032167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84" name="svg-084 figure_1/axes_2/line2d_49">
            <a:extLst xmlns:a="http://schemas.openxmlformats.org/drawingml/2006/main">
              <a:ext uri="{FF2B5EF4-FFF2-40B4-BE49-F238E27FC236}">
                <a16:creationId xmlns:a16="http://schemas.microsoft.com/office/drawing/2014/main" id="{CD30AE91-D2D5-415A-84BF-28EB70E3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888" y="2032167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85" name="svg-085 figure_1/axes_2/LineCollection_12">
            <a:extLst xmlns:a="http://schemas.openxmlformats.org/drawingml/2006/main">
              <a:ext uri="{FF2B5EF4-FFF2-40B4-BE49-F238E27FC236}">
                <a16:creationId xmlns:a16="http://schemas.microsoft.com/office/drawing/2014/main" id="{2B1A582E-DE03-44E7-8043-F24C795E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368" y="721970"/>
            <a:ext cx="330106" cy="13"/>
          </a:xfrm>
          <a:custGeom xmlns:a="http://schemas.openxmlformats.org/drawingml/2006/main">
            <a:pathLst>
              <a:path w="330106" h="13">
                <a:moveTo>
                  <a:pt x="0" y="0"/>
                </a:moveTo>
                <a:lnTo>
                  <a:pt x="3301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86" name="svg-086 figure_1/axes_2/line2d_50">
            <a:extLst xmlns:a="http://schemas.openxmlformats.org/drawingml/2006/main">
              <a:ext uri="{FF2B5EF4-FFF2-40B4-BE49-F238E27FC236}">
                <a16:creationId xmlns:a16="http://schemas.microsoft.com/office/drawing/2014/main" id="{AC0745DF-A0BD-45CC-8AD2-3A66DBBA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368" y="683870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87" name="svg-087 figure_1/axes_2/line2d_51">
            <a:extLst xmlns:a="http://schemas.openxmlformats.org/drawingml/2006/main">
              <a:ext uri="{FF2B5EF4-FFF2-40B4-BE49-F238E27FC236}">
                <a16:creationId xmlns:a16="http://schemas.microsoft.com/office/drawing/2014/main" id="{4262ACD1-C58C-4013-8D9B-C0C89CB7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474" y="683870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88" name="svg-088 figure_1/axes_2/LineCollection_13">
            <a:extLst xmlns:a="http://schemas.openxmlformats.org/drawingml/2006/main">
              <a:ext uri="{FF2B5EF4-FFF2-40B4-BE49-F238E27FC236}">
                <a16:creationId xmlns:a16="http://schemas.microsoft.com/office/drawing/2014/main" id="{69597AC2-1F1A-432B-AABC-68F28740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570" y="1462793"/>
            <a:ext cx="330603" cy="13"/>
          </a:xfrm>
          <a:custGeom xmlns:a="http://schemas.openxmlformats.org/drawingml/2006/main">
            <a:pathLst>
              <a:path w="330603" h="13">
                <a:moveTo>
                  <a:pt x="0" y="0"/>
                </a:moveTo>
                <a:lnTo>
                  <a:pt x="3306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89" name="svg-089 figure_1/axes_2/line2d_52">
            <a:extLst xmlns:a="http://schemas.openxmlformats.org/drawingml/2006/main">
              <a:ext uri="{FF2B5EF4-FFF2-40B4-BE49-F238E27FC236}">
                <a16:creationId xmlns:a16="http://schemas.microsoft.com/office/drawing/2014/main" id="{CBD0ED07-07E8-4FBB-B59F-03B83378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570" y="1424693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90" name="svg-090 figure_1/axes_2/line2d_53">
            <a:extLst xmlns:a="http://schemas.openxmlformats.org/drawingml/2006/main">
              <a:ext uri="{FF2B5EF4-FFF2-40B4-BE49-F238E27FC236}">
                <a16:creationId xmlns:a16="http://schemas.microsoft.com/office/drawing/2014/main" id="{8AEB2A31-743D-4FD9-9B3E-04C59266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2173" y="1424693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91" name="svg-091 figure_1/axes_2/LineCollection_14">
            <a:extLst xmlns:a="http://schemas.openxmlformats.org/drawingml/2006/main">
              <a:ext uri="{FF2B5EF4-FFF2-40B4-BE49-F238E27FC236}">
                <a16:creationId xmlns:a16="http://schemas.microsoft.com/office/drawing/2014/main" id="{3DC37451-F54D-441C-B046-860BA824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292" y="2203615"/>
            <a:ext cx="164686" cy="13"/>
          </a:xfrm>
          <a:custGeom xmlns:a="http://schemas.openxmlformats.org/drawingml/2006/main">
            <a:pathLst>
              <a:path w="164686" h="13">
                <a:moveTo>
                  <a:pt x="0" y="0"/>
                </a:moveTo>
                <a:lnTo>
                  <a:pt x="1646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92" name="svg-092 figure_1/axes_2/line2d_54">
            <a:extLst xmlns:a="http://schemas.openxmlformats.org/drawingml/2006/main">
              <a:ext uri="{FF2B5EF4-FFF2-40B4-BE49-F238E27FC236}">
                <a16:creationId xmlns:a16="http://schemas.microsoft.com/office/drawing/2014/main" id="{000614BC-473E-499A-BE1C-9451A3BE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292" y="2165515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93" name="svg-093 figure_1/axes_2/line2d_55">
            <a:extLst xmlns:a="http://schemas.openxmlformats.org/drawingml/2006/main">
              <a:ext uri="{FF2B5EF4-FFF2-40B4-BE49-F238E27FC236}">
                <a16:creationId xmlns:a16="http://schemas.microsoft.com/office/drawing/2014/main" id="{AD9865FF-DF31-4450-B3A3-984D66BD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78" y="2165515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94" name="svg-094 figure_1/axes_2/line2d_56">
            <a:extLst xmlns:a="http://schemas.openxmlformats.org/drawingml/2006/main">
              <a:ext uri="{FF2B5EF4-FFF2-40B4-BE49-F238E27FC236}">
                <a16:creationId xmlns:a16="http://schemas.microsoft.com/office/drawing/2014/main" id="{E060391F-6E79-4280-81C3-B0E6198F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021" y="210803"/>
            <a:ext cx="13" cy="2407672"/>
          </a:xfrm>
          <a:custGeom xmlns:a="http://schemas.openxmlformats.org/drawingml/2006/main">
            <a:pathLst>
              <a:path w="13" h="2407672">
                <a:moveTo>
                  <a:pt x="0" y="24076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999999"/>
            </a:solidFill>
            <a:prstDash val="solid"/>
          </a:ln>
        </p:spPr>
      </p:sp>
      <p:sp>
        <p:nvSpPr>
          <p:cNvPr id="95" name="svg-095 figure_1/axes_2/line2d_57">
            <a:extLst xmlns:a="http://schemas.openxmlformats.org/drawingml/2006/main">
              <a:ext uri="{FF2B5EF4-FFF2-40B4-BE49-F238E27FC236}">
                <a16:creationId xmlns:a16="http://schemas.microsoft.com/office/drawing/2014/main" id="{E33CA3C6-DEAC-41CF-9FCF-C8064701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294" y="550522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96" name="svg-096 figure_1/axes_2/line2d_58">
            <a:extLst xmlns:a="http://schemas.openxmlformats.org/drawingml/2006/main">
              <a:ext uri="{FF2B5EF4-FFF2-40B4-BE49-F238E27FC236}">
                <a16:creationId xmlns:a16="http://schemas.microsoft.com/office/drawing/2014/main" id="{8B2859CA-DBD4-4EFA-8704-A5219FBC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435" y="1291345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97" name="svg-097 figure_1/axes_2/line2d_59">
            <a:extLst xmlns:a="http://schemas.openxmlformats.org/drawingml/2006/main">
              <a:ext uri="{FF2B5EF4-FFF2-40B4-BE49-F238E27FC236}">
                <a16:creationId xmlns:a16="http://schemas.microsoft.com/office/drawing/2014/main" id="{33B13527-70E6-4219-8AAD-E84C69D3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802" y="2032167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98" name="svg-098 figure_1/axes_2/line2d_60">
            <a:extLst xmlns:a="http://schemas.openxmlformats.org/drawingml/2006/main">
              <a:ext uri="{FF2B5EF4-FFF2-40B4-BE49-F238E27FC236}">
                <a16:creationId xmlns:a16="http://schemas.microsoft.com/office/drawing/2014/main" id="{3194F232-2D06-454E-BE36-9B602F59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156" y="683870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99" name="svg-099 figure_1/axes_2/line2d_61">
            <a:extLst xmlns:a="http://schemas.openxmlformats.org/drawingml/2006/main">
              <a:ext uri="{FF2B5EF4-FFF2-40B4-BE49-F238E27FC236}">
                <a16:creationId xmlns:a16="http://schemas.microsoft.com/office/drawing/2014/main" id="{1CB49172-E306-4B36-AE0B-B8AC7F57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519" y="1424693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00" name="svg-100 figure_1/axes_2/line2d_62">
            <a:extLst xmlns:a="http://schemas.openxmlformats.org/drawingml/2006/main">
              <a:ext uri="{FF2B5EF4-FFF2-40B4-BE49-F238E27FC236}">
                <a16:creationId xmlns:a16="http://schemas.microsoft.com/office/drawing/2014/main" id="{CA205D85-775C-4DAE-98F6-13330DE4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951" y="2165515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01" name="svg-101 figure_1/axes_2/patch_6">
            <a:extLst xmlns:a="http://schemas.openxmlformats.org/drawingml/2006/main">
              <a:ext uri="{FF2B5EF4-FFF2-40B4-BE49-F238E27FC236}">
                <a16:creationId xmlns:a16="http://schemas.microsoft.com/office/drawing/2014/main" id="{91550BE2-5B1D-414E-9F38-C561227A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883" y="210803"/>
            <a:ext cx="13" cy="2407672"/>
          </a:xfrm>
          <a:custGeom xmlns:a="http://schemas.openxmlformats.org/drawingml/2006/main">
            <a:pathLst>
              <a:path w="13" h="2407672">
                <a:moveTo>
                  <a:pt x="0" y="24076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2" name="svg-102 figure_1/axes_2/patch_7">
            <a:extLst xmlns:a="http://schemas.openxmlformats.org/drawingml/2006/main">
              <a:ext uri="{FF2B5EF4-FFF2-40B4-BE49-F238E27FC236}">
                <a16:creationId xmlns:a16="http://schemas.microsoft.com/office/drawing/2014/main" id="{63CC7D46-7FF8-49E2-819D-DD2C8C0E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883" y="2618475"/>
            <a:ext cx="2356611" cy="13"/>
          </a:xfrm>
          <a:custGeom xmlns:a="http://schemas.openxmlformats.org/drawingml/2006/main">
            <a:pathLst>
              <a:path w="2356611" h="13">
                <a:moveTo>
                  <a:pt x="0" y="0"/>
                </a:moveTo>
                <a:lnTo>
                  <a:pt x="23566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3" name="svg-103 figure_1/axes_2/text_22">
            <a:extLst xmlns:a="http://schemas.openxmlformats.org/drawingml/2006/main">
              <a:ext uri="{FF2B5EF4-FFF2-40B4-BE49-F238E27FC236}">
                <a16:creationId xmlns:a16="http://schemas.microsoft.com/office/drawing/2014/main" id="{C4EA92D5-67CB-4B4D-9366-7EC1C998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7503" y="15223"/>
            <a:ext cx="1571371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  Identical valid time</a:t>
            </a:r>
          </a:p>
        </p:txBody>
      </p:sp>
      <p:sp>
        <p:nvSpPr>
          <p:cNvPr id="104" name="svg-104 figure_1/axes_2/legend_2/LineCollection_15">
            <a:extLst xmlns:a="http://schemas.openxmlformats.org/drawingml/2006/main">
              <a:ext uri="{FF2B5EF4-FFF2-40B4-BE49-F238E27FC236}">
                <a16:creationId xmlns:a16="http://schemas.microsoft.com/office/drawing/2014/main" id="{9E4E9C25-8E58-4614-9F63-0C87FA40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123" y="2321216"/>
            <a:ext cx="101600" cy="13"/>
          </a:xfrm>
          <a:custGeom xmlns:a="http://schemas.openxmlformats.org/drawingml/2006/main">
            <a:pathLst>
              <a:path w="101600" h="13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7A8C"/>
            </a:solidFill>
            <a:prstDash val="solid"/>
          </a:ln>
        </p:spPr>
      </p:sp>
      <p:sp>
        <p:nvSpPr>
          <p:cNvPr id="105" name="svg-105 figure_1/axes_2/legend_2/line2d_63">
            <a:extLst xmlns:a="http://schemas.openxmlformats.org/drawingml/2006/main">
              <a:ext uri="{FF2B5EF4-FFF2-40B4-BE49-F238E27FC236}">
                <a16:creationId xmlns:a16="http://schemas.microsoft.com/office/drawing/2014/main" id="{6BDB4EEE-818F-4A4C-A892-7330E57D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123" y="2283116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106" name="svg-106 figure_1/axes_2/legend_2/line2d_64">
            <a:extLst xmlns:a="http://schemas.openxmlformats.org/drawingml/2006/main">
              <a:ext uri="{FF2B5EF4-FFF2-40B4-BE49-F238E27FC236}">
                <a16:creationId xmlns:a16="http://schemas.microsoft.com/office/drawing/2014/main" id="{EE8E7367-DF7B-4AF3-B47E-59F1E5D6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723" y="2283116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107" name="svg-107 figure_1/axes_2/legend_2/line2d_66">
            <a:extLst xmlns:a="http://schemas.openxmlformats.org/drawingml/2006/main">
              <a:ext uri="{FF2B5EF4-FFF2-40B4-BE49-F238E27FC236}">
                <a16:creationId xmlns:a16="http://schemas.microsoft.com/office/drawing/2014/main" id="{8A2CACBA-E078-489F-B3FA-A4D7A761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823" y="2283116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108" name="svg-108 figure_1/axes_2/legend_2/text_23">
            <a:extLst xmlns:a="http://schemas.openxmlformats.org/drawingml/2006/main">
              <a:ext uri="{FF2B5EF4-FFF2-40B4-BE49-F238E27FC236}">
                <a16:creationId xmlns:a16="http://schemas.microsoft.com/office/drawing/2014/main" id="{B81928DE-A9C7-400C-B15E-6684367C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0803" y="2261272"/>
            <a:ext cx="37884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VitalDB</a:t>
            </a:r>
          </a:p>
        </p:txBody>
      </p:sp>
      <p:sp>
        <p:nvSpPr>
          <p:cNvPr id="109" name="svg-109 figure_1/axes_2/legend_2/LineCollection_16">
            <a:extLst xmlns:a="http://schemas.openxmlformats.org/drawingml/2006/main">
              <a:ext uri="{FF2B5EF4-FFF2-40B4-BE49-F238E27FC236}">
                <a16:creationId xmlns:a16="http://schemas.microsoft.com/office/drawing/2014/main" id="{44CBB065-B5BC-43F3-8470-F6BE0433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123" y="2470345"/>
            <a:ext cx="101600" cy="13"/>
          </a:xfrm>
          <a:custGeom xmlns:a="http://schemas.openxmlformats.org/drawingml/2006/main">
            <a:pathLst>
              <a:path w="101600" h="13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110" name="svg-110 figure_1/axes_2/legend_2/line2d_67">
            <a:extLst xmlns:a="http://schemas.openxmlformats.org/drawingml/2006/main">
              <a:ext uri="{FF2B5EF4-FFF2-40B4-BE49-F238E27FC236}">
                <a16:creationId xmlns:a16="http://schemas.microsoft.com/office/drawing/2014/main" id="{0E2BE9E2-BAA1-485B-BF44-CFD5978E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123" y="2432245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11" name="svg-111 figure_1/axes_2/legend_2/line2d_68">
            <a:extLst xmlns:a="http://schemas.openxmlformats.org/drawingml/2006/main">
              <a:ext uri="{FF2B5EF4-FFF2-40B4-BE49-F238E27FC236}">
                <a16:creationId xmlns:a16="http://schemas.microsoft.com/office/drawing/2014/main" id="{79EE8A75-F44F-4E03-9707-BAD74836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723" y="2432245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12" name="svg-112 figure_1/axes_2/legend_2/line2d_70">
            <a:extLst xmlns:a="http://schemas.openxmlformats.org/drawingml/2006/main">
              <a:ext uri="{FF2B5EF4-FFF2-40B4-BE49-F238E27FC236}">
                <a16:creationId xmlns:a16="http://schemas.microsoft.com/office/drawing/2014/main" id="{BB8D74E2-22F0-44DA-925E-14068140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823" y="2432245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13" name="svg-113 figure_1/axes_2/legend_2/text_24">
            <a:extLst xmlns:a="http://schemas.openxmlformats.org/drawingml/2006/main">
              <a:ext uri="{FF2B5EF4-FFF2-40B4-BE49-F238E27FC236}">
                <a16:creationId xmlns:a16="http://schemas.microsoft.com/office/drawing/2014/main" id="{0898B3DA-F341-4ED2-9FE5-4B21132F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0803" y="2410401"/>
            <a:ext cx="31127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MIMIC</a:t>
            </a:r>
          </a:p>
        </p:txBody>
      </p:sp>
      <p:sp>
        <p:nvSpPr>
          <p:cNvPr id="114" name="svg-114 figure_1/axes_3/patch_8">
            <a:extLst xmlns:a="http://schemas.openxmlformats.org/drawingml/2006/main">
              <a:ext uri="{FF2B5EF4-FFF2-40B4-BE49-F238E27FC236}">
                <a16:creationId xmlns:a16="http://schemas.microsoft.com/office/drawing/2014/main" id="{3279FF88-D8DE-4FBE-A73B-2A50E4EB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81" y="3228323"/>
            <a:ext cx="5924512" cy="2407672"/>
          </a:xfrm>
          <a:custGeom xmlns:a="http://schemas.openxmlformats.org/drawingml/2006/main">
            <a:pathLst>
              <a:path w="5924512" h="2407672">
                <a:moveTo>
                  <a:pt x="0" y="2407672"/>
                </a:moveTo>
                <a:lnTo>
                  <a:pt x="5924512" y="2407672"/>
                </a:lnTo>
                <a:lnTo>
                  <a:pt x="59245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5" name="svg-115 figure_1/axes_3/matplotlib.axis_5/xtick_11/line2d_71">
            <a:extLst xmlns:a="http://schemas.openxmlformats.org/drawingml/2006/main">
              <a:ext uri="{FF2B5EF4-FFF2-40B4-BE49-F238E27FC236}">
                <a16:creationId xmlns:a16="http://schemas.microsoft.com/office/drawing/2014/main" id="{56936FF0-5F2C-4E2E-BDD5-E149CBBB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81" y="563599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16" name="svg-116 figure_1/axes_3/matplotlib.axis_5/xtick_11/text_25">
            <a:extLst xmlns:a="http://schemas.openxmlformats.org/drawingml/2006/main">
              <a:ext uri="{FF2B5EF4-FFF2-40B4-BE49-F238E27FC236}">
                <a16:creationId xmlns:a16="http://schemas.microsoft.com/office/drawing/2014/main" id="{0ABBEBD2-7BD7-4B7E-B6CD-287304CA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056" y="5704303"/>
            <a:ext cx="7785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sp>
        <p:nvSpPr>
          <p:cNvPr id="117" name="svg-117 figure_1/axes_3/matplotlib.axis_5/xtick_12/line2d_72">
            <a:extLst xmlns:a="http://schemas.openxmlformats.org/drawingml/2006/main">
              <a:ext uri="{FF2B5EF4-FFF2-40B4-BE49-F238E27FC236}">
                <a16:creationId xmlns:a16="http://schemas.microsoft.com/office/drawing/2014/main" id="{E3C2A36C-9F0A-4405-9C67-90C0CB53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340" y="563599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18" name="svg-118 figure_1/axes_3/matplotlib.axis_5/xtick_12/text_26">
            <a:extLst xmlns:a="http://schemas.openxmlformats.org/drawingml/2006/main">
              <a:ext uri="{FF2B5EF4-FFF2-40B4-BE49-F238E27FC236}">
                <a16:creationId xmlns:a16="http://schemas.microsoft.com/office/drawing/2014/main" id="{1887EF64-5427-487F-9AE3-10F274F8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8093" y="5704303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19" name="svg-119 figure_1/axes_3/matplotlib.axis_5/xtick_13/line2d_73">
            <a:extLst xmlns:a="http://schemas.openxmlformats.org/drawingml/2006/main">
              <a:ext uri="{FF2B5EF4-FFF2-40B4-BE49-F238E27FC236}">
                <a16:creationId xmlns:a16="http://schemas.microsoft.com/office/drawing/2014/main" id="{7DE8EEC8-47FD-4EC3-925F-F85F9F4F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699" y="563599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20" name="svg-120 figure_1/axes_3/matplotlib.axis_5/xtick_13/text_27">
            <a:extLst xmlns:a="http://schemas.openxmlformats.org/drawingml/2006/main">
              <a:ext uri="{FF2B5EF4-FFF2-40B4-BE49-F238E27FC236}">
                <a16:creationId xmlns:a16="http://schemas.microsoft.com/office/drawing/2014/main" id="{33D5F024-93F0-4D67-A5B9-D0E4EFA6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4452" y="5704303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21" name="svg-121 figure_1/axes_3/matplotlib.axis_5/xtick_14/line2d_74">
            <a:extLst xmlns:a="http://schemas.openxmlformats.org/drawingml/2006/main">
              <a:ext uri="{FF2B5EF4-FFF2-40B4-BE49-F238E27FC236}">
                <a16:creationId xmlns:a16="http://schemas.microsoft.com/office/drawing/2014/main" id="{7AD968D5-BB58-474C-94A5-CC2027C1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58" y="563599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22" name="svg-122 figure_1/axes_3/matplotlib.axis_5/xtick_14/text_28">
            <a:extLst xmlns:a="http://schemas.openxmlformats.org/drawingml/2006/main">
              <a:ext uri="{FF2B5EF4-FFF2-40B4-BE49-F238E27FC236}">
                <a16:creationId xmlns:a16="http://schemas.microsoft.com/office/drawing/2014/main" id="{63B294A2-5CB2-46A0-BF82-83518ECE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0811" y="5704303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123" name="svg-123 figure_1/axes_3/matplotlib.axis_5/xtick_15/line2d_75">
            <a:extLst xmlns:a="http://schemas.openxmlformats.org/drawingml/2006/main">
              <a:ext uri="{FF2B5EF4-FFF2-40B4-BE49-F238E27FC236}">
                <a16:creationId xmlns:a16="http://schemas.microsoft.com/office/drawing/2014/main" id="{2E246320-C412-4DDD-BB02-BE58E15E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417" y="563599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24" name="svg-124 figure_1/axes_3/matplotlib.axis_5/xtick_15/text_29">
            <a:extLst xmlns:a="http://schemas.openxmlformats.org/drawingml/2006/main">
              <a:ext uri="{FF2B5EF4-FFF2-40B4-BE49-F238E27FC236}">
                <a16:creationId xmlns:a16="http://schemas.microsoft.com/office/drawing/2014/main" id="{73249A1A-6743-4D18-A18A-749699CD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7169" y="5704303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125" name="svg-125 figure_1/axes_3/matplotlib.axis_5/xtick_16/line2d_76">
            <a:extLst xmlns:a="http://schemas.openxmlformats.org/drawingml/2006/main">
              <a:ext uri="{FF2B5EF4-FFF2-40B4-BE49-F238E27FC236}">
                <a16:creationId xmlns:a16="http://schemas.microsoft.com/office/drawing/2014/main" id="{5084CC8D-3826-4D6C-902C-5380B5B0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776" y="563599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26" name="svg-126 figure_1/axes_3/matplotlib.axis_5/xtick_16/text_30">
            <a:extLst xmlns:a="http://schemas.openxmlformats.org/drawingml/2006/main">
              <a:ext uri="{FF2B5EF4-FFF2-40B4-BE49-F238E27FC236}">
                <a16:creationId xmlns:a16="http://schemas.microsoft.com/office/drawing/2014/main" id="{397B0FBE-EA9A-4B27-A689-89CA8F4D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3528" y="5704303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50</a:t>
            </a:r>
          </a:p>
        </p:txBody>
      </p:sp>
      <p:sp>
        <p:nvSpPr>
          <p:cNvPr id="127" name="svg-127 figure_1/axes_3/matplotlib.axis_5/xtick_17/line2d_77">
            <a:extLst xmlns:a="http://schemas.openxmlformats.org/drawingml/2006/main">
              <a:ext uri="{FF2B5EF4-FFF2-40B4-BE49-F238E27FC236}">
                <a16:creationId xmlns:a16="http://schemas.microsoft.com/office/drawing/2014/main" id="{BFA2F57E-DAD0-4902-85B8-6D99680A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135" y="563599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28" name="svg-128 figure_1/axes_3/matplotlib.axis_5/xtick_17/text_31">
            <a:extLst xmlns:a="http://schemas.openxmlformats.org/drawingml/2006/main">
              <a:ext uri="{FF2B5EF4-FFF2-40B4-BE49-F238E27FC236}">
                <a16:creationId xmlns:a16="http://schemas.microsoft.com/office/drawing/2014/main" id="{27E44FD8-9DC9-45A1-B77B-425B265F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9887" y="5704303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60</a:t>
            </a:r>
          </a:p>
        </p:txBody>
      </p:sp>
      <p:sp>
        <p:nvSpPr>
          <p:cNvPr id="129" name="svg-129 figure_1/axes_3/matplotlib.axis_5/xtick_18/line2d_78">
            <a:extLst xmlns:a="http://schemas.openxmlformats.org/drawingml/2006/main">
              <a:ext uri="{FF2B5EF4-FFF2-40B4-BE49-F238E27FC236}">
                <a16:creationId xmlns:a16="http://schemas.microsoft.com/office/drawing/2014/main" id="{A2D895F3-0DDC-4C91-BABE-45C5ECDE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494" y="563599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0" name="svg-130 figure_1/axes_3/matplotlib.axis_5/xtick_18/text_32">
            <a:extLst xmlns:a="http://schemas.openxmlformats.org/drawingml/2006/main">
              <a:ext uri="{FF2B5EF4-FFF2-40B4-BE49-F238E27FC236}">
                <a16:creationId xmlns:a16="http://schemas.microsoft.com/office/drawing/2014/main" id="{E39ED6A4-6A94-42EB-9C93-1B2DD45D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6246" y="5704303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70</a:t>
            </a:r>
          </a:p>
        </p:txBody>
      </p:sp>
      <p:sp>
        <p:nvSpPr>
          <p:cNvPr id="131" name="svg-131 figure_1/axes_3/matplotlib.axis_5/text_33">
            <a:extLst xmlns:a="http://schemas.openxmlformats.org/drawingml/2006/main">
              <a:ext uri="{FF2B5EF4-FFF2-40B4-BE49-F238E27FC236}">
                <a16:creationId xmlns:a16="http://schemas.microsoft.com/office/drawing/2014/main" id="{88C4C4CA-C825-434E-9D4F-69EF0CAA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7151" y="5865724"/>
            <a:ext cx="1884172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Hidden area / reference area (%)</a:t>
            </a:r>
          </a:p>
        </p:txBody>
      </p:sp>
      <p:sp>
        <p:nvSpPr>
          <p:cNvPr id="132" name="svg-132 figure_1/axes_3/matplotlib.axis_6/ytick_7/line2d_79">
            <a:extLst xmlns:a="http://schemas.openxmlformats.org/drawingml/2006/main">
              <a:ext uri="{FF2B5EF4-FFF2-40B4-BE49-F238E27FC236}">
                <a16:creationId xmlns:a16="http://schemas.microsoft.com/office/drawing/2014/main" id="{524B5528-B3D1-4199-BEA8-21A108F6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31" y="3679762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3" name="svg-133 figure_1/axes_3/matplotlib.axis_6/ytick_7/text_34">
            <a:extLst xmlns:a="http://schemas.openxmlformats.org/drawingml/2006/main">
              <a:ext uri="{FF2B5EF4-FFF2-40B4-BE49-F238E27FC236}">
                <a16:creationId xmlns:a16="http://schemas.microsoft.com/office/drawing/2014/main" id="{48BFDC2B-354D-41F6-B0E8-AACE2A43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04" y="3615745"/>
            <a:ext cx="42557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VitalDB</a:t>
            </a:r>
          </a:p>
        </p:txBody>
      </p:sp>
      <p:sp>
        <p:nvSpPr>
          <p:cNvPr id="134" name="svg-134 figure_1/axes_3/matplotlib.axis_6/ytick_8/line2d_80">
            <a:extLst xmlns:a="http://schemas.openxmlformats.org/drawingml/2006/main">
              <a:ext uri="{FF2B5EF4-FFF2-40B4-BE49-F238E27FC236}">
                <a16:creationId xmlns:a16="http://schemas.microsoft.com/office/drawing/2014/main" id="{18A011B5-04BF-4FA9-98CA-D8C580DC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31" y="4432159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5" name="svg-135 figure_1/axes_3/matplotlib.axis_6/ytick_8/text_35">
            <a:extLst xmlns:a="http://schemas.openxmlformats.org/drawingml/2006/main">
              <a:ext uri="{FF2B5EF4-FFF2-40B4-BE49-F238E27FC236}">
                <a16:creationId xmlns:a16="http://schemas.microsoft.com/office/drawing/2014/main" id="{18E43810-AC56-4CFC-BFD0-960D6252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577" y="4368142"/>
            <a:ext cx="349504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MIMIC</a:t>
            </a:r>
          </a:p>
        </p:txBody>
      </p:sp>
      <p:sp>
        <p:nvSpPr>
          <p:cNvPr id="136" name="svg-136 figure_1/axes_3/matplotlib.axis_6/ytick_9/line2d_81">
            <a:extLst xmlns:a="http://schemas.openxmlformats.org/drawingml/2006/main">
              <a:ext uri="{FF2B5EF4-FFF2-40B4-BE49-F238E27FC236}">
                <a16:creationId xmlns:a16="http://schemas.microsoft.com/office/drawing/2014/main" id="{A20C23AF-9781-444E-BB65-305B4BD7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31" y="5184557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7" name="svg-137 figure_1/axes_3/matplotlib.axis_6/ytick_9/text_36">
            <a:extLst xmlns:a="http://schemas.openxmlformats.org/drawingml/2006/main">
              <a:ext uri="{FF2B5EF4-FFF2-40B4-BE49-F238E27FC236}">
                <a16:creationId xmlns:a16="http://schemas.microsoft.com/office/drawing/2014/main" id="{941EA439-9813-4892-83D3-58C767D8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785" y="5120540"/>
            <a:ext cx="336296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SICdb</a:t>
            </a:r>
          </a:p>
        </p:txBody>
      </p:sp>
      <p:sp>
        <p:nvSpPr>
          <p:cNvPr id="138" name="svg-138 figure_1/axes_3/LineCollection_17">
            <a:extLst xmlns:a="http://schemas.openxmlformats.org/drawingml/2006/main">
              <a:ext uri="{FF2B5EF4-FFF2-40B4-BE49-F238E27FC236}">
                <a16:creationId xmlns:a16="http://schemas.microsoft.com/office/drawing/2014/main" id="{9B6FF4DF-2E0B-460B-848B-49E51010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9212" y="3604522"/>
            <a:ext cx="265503" cy="13"/>
          </a:xfrm>
          <a:custGeom xmlns:a="http://schemas.openxmlformats.org/drawingml/2006/main">
            <a:pathLst>
              <a:path w="265503" h="13">
                <a:moveTo>
                  <a:pt x="0" y="0"/>
                </a:moveTo>
                <a:lnTo>
                  <a:pt x="2655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7A8C"/>
            </a:solidFill>
            <a:prstDash val="solid"/>
          </a:ln>
        </p:spPr>
      </p:sp>
      <p:sp>
        <p:nvSpPr>
          <p:cNvPr id="139" name="svg-139 figure_1/axes_3/line2d_82">
            <a:extLst xmlns:a="http://schemas.openxmlformats.org/drawingml/2006/main">
              <a:ext uri="{FF2B5EF4-FFF2-40B4-BE49-F238E27FC236}">
                <a16:creationId xmlns:a16="http://schemas.microsoft.com/office/drawing/2014/main" id="{E26A62AD-0360-4382-8FB0-CFCC8D90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9212" y="3566422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140" name="svg-140 figure_1/axes_3/line2d_83">
            <a:extLst xmlns:a="http://schemas.openxmlformats.org/drawingml/2006/main">
              <a:ext uri="{FF2B5EF4-FFF2-40B4-BE49-F238E27FC236}">
                <a16:creationId xmlns:a16="http://schemas.microsoft.com/office/drawing/2014/main" id="{BB4B5984-C3B7-429B-AEB1-BD34E20B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715" y="3566422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141" name="svg-141 figure_1/axes_3/LineCollection_18">
            <a:extLst xmlns:a="http://schemas.openxmlformats.org/drawingml/2006/main">
              <a:ext uri="{FF2B5EF4-FFF2-40B4-BE49-F238E27FC236}">
                <a16:creationId xmlns:a16="http://schemas.microsoft.com/office/drawing/2014/main" id="{90C3139F-5428-421A-B4DD-8742BB90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838" y="3755001"/>
            <a:ext cx="138032" cy="13"/>
          </a:xfrm>
          <a:custGeom xmlns:a="http://schemas.openxmlformats.org/drawingml/2006/main">
            <a:pathLst>
              <a:path w="138032" h="13">
                <a:moveTo>
                  <a:pt x="0" y="0"/>
                </a:moveTo>
                <a:lnTo>
                  <a:pt x="1380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142" name="svg-142 figure_1/axes_3/line2d_84">
            <a:extLst xmlns:a="http://schemas.openxmlformats.org/drawingml/2006/main">
              <a:ext uri="{FF2B5EF4-FFF2-40B4-BE49-F238E27FC236}">
                <a16:creationId xmlns:a16="http://schemas.microsoft.com/office/drawing/2014/main" id="{D4955E0B-19A1-4046-A3AC-114A94BA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838" y="3716901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43" name="svg-143 figure_1/axes_3/line2d_85">
            <a:extLst xmlns:a="http://schemas.openxmlformats.org/drawingml/2006/main">
              <a:ext uri="{FF2B5EF4-FFF2-40B4-BE49-F238E27FC236}">
                <a16:creationId xmlns:a16="http://schemas.microsoft.com/office/drawing/2014/main" id="{7B7DBC57-6CC9-4089-B372-D890A4F9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870" y="3716901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44" name="svg-144 figure_1/axes_3/LineCollection_19">
            <a:extLst xmlns:a="http://schemas.openxmlformats.org/drawingml/2006/main">
              <a:ext uri="{FF2B5EF4-FFF2-40B4-BE49-F238E27FC236}">
                <a16:creationId xmlns:a16="http://schemas.microsoft.com/office/drawing/2014/main" id="{1BF52C1D-0222-4CE7-9482-C28E3FC7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957" y="4356919"/>
            <a:ext cx="820366" cy="13"/>
          </a:xfrm>
          <a:custGeom xmlns:a="http://schemas.openxmlformats.org/drawingml/2006/main">
            <a:pathLst>
              <a:path w="820366" h="13">
                <a:moveTo>
                  <a:pt x="0" y="0"/>
                </a:moveTo>
                <a:lnTo>
                  <a:pt x="8203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7A8C"/>
            </a:solidFill>
            <a:prstDash val="solid"/>
          </a:ln>
        </p:spPr>
      </p:sp>
      <p:sp>
        <p:nvSpPr>
          <p:cNvPr id="145" name="svg-145 figure_1/axes_3/line2d_86">
            <a:extLst xmlns:a="http://schemas.openxmlformats.org/drawingml/2006/main">
              <a:ext uri="{FF2B5EF4-FFF2-40B4-BE49-F238E27FC236}">
                <a16:creationId xmlns:a16="http://schemas.microsoft.com/office/drawing/2014/main" id="{4F1445A1-D15B-4BD6-8D1D-12095488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957" y="4318819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146" name="svg-146 figure_1/axes_3/line2d_87">
            <a:extLst xmlns:a="http://schemas.openxmlformats.org/drawingml/2006/main">
              <a:ext uri="{FF2B5EF4-FFF2-40B4-BE49-F238E27FC236}">
                <a16:creationId xmlns:a16="http://schemas.microsoft.com/office/drawing/2014/main" id="{EF79E9A3-9055-4949-9E87-687311C6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323" y="4318819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147" name="svg-147 figure_1/axes_3/LineCollection_20">
            <a:extLst xmlns:a="http://schemas.openxmlformats.org/drawingml/2006/main">
              <a:ext uri="{FF2B5EF4-FFF2-40B4-BE49-F238E27FC236}">
                <a16:creationId xmlns:a16="http://schemas.microsoft.com/office/drawing/2014/main" id="{CB01B06F-0521-403A-A9C4-B9869110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494" y="4507399"/>
            <a:ext cx="888259" cy="13"/>
          </a:xfrm>
          <a:custGeom xmlns:a="http://schemas.openxmlformats.org/drawingml/2006/main">
            <a:pathLst>
              <a:path w="888259" h="13">
                <a:moveTo>
                  <a:pt x="0" y="0"/>
                </a:moveTo>
                <a:lnTo>
                  <a:pt x="8882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148" name="svg-148 figure_1/axes_3/line2d_88">
            <a:extLst xmlns:a="http://schemas.openxmlformats.org/drawingml/2006/main">
              <a:ext uri="{FF2B5EF4-FFF2-40B4-BE49-F238E27FC236}">
                <a16:creationId xmlns:a16="http://schemas.microsoft.com/office/drawing/2014/main" id="{84810F12-BABB-4BDA-8EA6-92C582D7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494" y="4469299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49" name="svg-149 figure_1/axes_3/line2d_89">
            <a:extLst xmlns:a="http://schemas.openxmlformats.org/drawingml/2006/main">
              <a:ext uri="{FF2B5EF4-FFF2-40B4-BE49-F238E27FC236}">
                <a16:creationId xmlns:a16="http://schemas.microsoft.com/office/drawing/2014/main" id="{6676F3D2-EDFC-459E-B567-E8E575B4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753" y="4469299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50" name="svg-150 figure_1/axes_3/LineCollection_21">
            <a:extLst xmlns:a="http://schemas.openxmlformats.org/drawingml/2006/main">
              <a:ext uri="{FF2B5EF4-FFF2-40B4-BE49-F238E27FC236}">
                <a16:creationId xmlns:a16="http://schemas.microsoft.com/office/drawing/2014/main" id="{BEAD809C-B091-4E85-AC8F-18CECC1B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449" y="5109317"/>
            <a:ext cx="116721" cy="13"/>
          </a:xfrm>
          <a:custGeom xmlns:a="http://schemas.openxmlformats.org/drawingml/2006/main">
            <a:pathLst>
              <a:path w="116721" h="13">
                <a:moveTo>
                  <a:pt x="0" y="0"/>
                </a:moveTo>
                <a:lnTo>
                  <a:pt x="1167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7A8C"/>
            </a:solidFill>
            <a:prstDash val="solid"/>
          </a:ln>
        </p:spPr>
      </p:sp>
      <p:sp>
        <p:nvSpPr>
          <p:cNvPr id="151" name="svg-151 figure_1/axes_3/line2d_90">
            <a:extLst xmlns:a="http://schemas.openxmlformats.org/drawingml/2006/main">
              <a:ext uri="{FF2B5EF4-FFF2-40B4-BE49-F238E27FC236}">
                <a16:creationId xmlns:a16="http://schemas.microsoft.com/office/drawing/2014/main" id="{81F8B51E-D4D6-4F04-A92D-5AF81175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449" y="5071217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152" name="svg-152 figure_1/axes_3/line2d_91">
            <a:extLst xmlns:a="http://schemas.openxmlformats.org/drawingml/2006/main">
              <a:ext uri="{FF2B5EF4-FFF2-40B4-BE49-F238E27FC236}">
                <a16:creationId xmlns:a16="http://schemas.microsoft.com/office/drawing/2014/main" id="{97177176-A6F9-4178-A77E-B48D9B66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70" y="5071217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153" name="svg-153 figure_1/axes_3/LineCollection_22">
            <a:extLst xmlns:a="http://schemas.openxmlformats.org/drawingml/2006/main">
              <a:ext uri="{FF2B5EF4-FFF2-40B4-BE49-F238E27FC236}">
                <a16:creationId xmlns:a16="http://schemas.microsoft.com/office/drawing/2014/main" id="{DBDAACC4-3713-4ACE-AF45-ADA9997F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339" y="5259796"/>
            <a:ext cx="47153" cy="13"/>
          </a:xfrm>
          <a:custGeom xmlns:a="http://schemas.openxmlformats.org/drawingml/2006/main">
            <a:pathLst>
              <a:path w="47153" h="13">
                <a:moveTo>
                  <a:pt x="0" y="0"/>
                </a:moveTo>
                <a:lnTo>
                  <a:pt x="471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154" name="svg-154 figure_1/axes_3/line2d_92">
            <a:extLst xmlns:a="http://schemas.openxmlformats.org/drawingml/2006/main">
              <a:ext uri="{FF2B5EF4-FFF2-40B4-BE49-F238E27FC236}">
                <a16:creationId xmlns:a16="http://schemas.microsoft.com/office/drawing/2014/main" id="{B69D2F2A-5784-4EA5-B50B-9B5626C0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339" y="5221696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55" name="svg-155 figure_1/axes_3/line2d_93">
            <a:extLst xmlns:a="http://schemas.openxmlformats.org/drawingml/2006/main">
              <a:ext uri="{FF2B5EF4-FFF2-40B4-BE49-F238E27FC236}">
                <a16:creationId xmlns:a16="http://schemas.microsoft.com/office/drawing/2014/main" id="{A9F0C031-CCE3-4605-8058-230BA015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491" y="5221696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56" name="svg-156 figure_1/axes_3/line2d_94">
            <a:extLst xmlns:a="http://schemas.openxmlformats.org/drawingml/2006/main">
              <a:ext uri="{FF2B5EF4-FFF2-40B4-BE49-F238E27FC236}">
                <a16:creationId xmlns:a16="http://schemas.microsoft.com/office/drawing/2014/main" id="{1D6F5E07-ACB8-456D-8349-E1536207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250" y="3566422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157" name="svg-157 figure_1/axes_3/line2d_95">
            <a:extLst xmlns:a="http://schemas.openxmlformats.org/drawingml/2006/main">
              <a:ext uri="{FF2B5EF4-FFF2-40B4-BE49-F238E27FC236}">
                <a16:creationId xmlns:a16="http://schemas.microsoft.com/office/drawing/2014/main" id="{8CF0E89B-F600-4A65-8438-3A81E218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775" y="3716901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58" name="svg-158 figure_1/axes_3/line2d_96">
            <a:extLst xmlns:a="http://schemas.openxmlformats.org/drawingml/2006/main">
              <a:ext uri="{FF2B5EF4-FFF2-40B4-BE49-F238E27FC236}">
                <a16:creationId xmlns:a16="http://schemas.microsoft.com/office/drawing/2014/main" id="{FB7DA0CE-B4DF-4931-9C92-8952FF8F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134" y="4318819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159" name="svg-159 figure_1/axes_3/line2d_97">
            <a:extLst xmlns:a="http://schemas.openxmlformats.org/drawingml/2006/main">
              <a:ext uri="{FF2B5EF4-FFF2-40B4-BE49-F238E27FC236}">
                <a16:creationId xmlns:a16="http://schemas.microsoft.com/office/drawing/2014/main" id="{F04DECB4-9286-4DFA-B379-833760F8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830" y="4469299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60" name="svg-160 figure_1/axes_3/line2d_98">
            <a:extLst xmlns:a="http://schemas.openxmlformats.org/drawingml/2006/main">
              <a:ext uri="{FF2B5EF4-FFF2-40B4-BE49-F238E27FC236}">
                <a16:creationId xmlns:a16="http://schemas.microsoft.com/office/drawing/2014/main" id="{1E029EA1-59D4-4858-B0B6-C158DCE3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885" y="5071217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161" name="svg-161 figure_1/axes_3/line2d_99">
            <a:extLst xmlns:a="http://schemas.openxmlformats.org/drawingml/2006/main">
              <a:ext uri="{FF2B5EF4-FFF2-40B4-BE49-F238E27FC236}">
                <a16:creationId xmlns:a16="http://schemas.microsoft.com/office/drawing/2014/main" id="{0180EFED-4BF7-43DB-BB98-D7782BDD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329" y="522169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62" name="svg-162 figure_1/axes_3/patch_9">
            <a:extLst xmlns:a="http://schemas.openxmlformats.org/drawingml/2006/main">
              <a:ext uri="{FF2B5EF4-FFF2-40B4-BE49-F238E27FC236}">
                <a16:creationId xmlns:a16="http://schemas.microsoft.com/office/drawing/2014/main" id="{74BF5257-3E3B-4645-BB91-7008BB86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81" y="3228323"/>
            <a:ext cx="13" cy="2407672"/>
          </a:xfrm>
          <a:custGeom xmlns:a="http://schemas.openxmlformats.org/drawingml/2006/main">
            <a:pathLst>
              <a:path w="13" h="2407672">
                <a:moveTo>
                  <a:pt x="0" y="24076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63" name="svg-163 figure_1/axes_3/patch_10">
            <a:extLst xmlns:a="http://schemas.openxmlformats.org/drawingml/2006/main">
              <a:ext uri="{FF2B5EF4-FFF2-40B4-BE49-F238E27FC236}">
                <a16:creationId xmlns:a16="http://schemas.microsoft.com/office/drawing/2014/main" id="{3C50C66A-FEDD-4045-B7FA-28935762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81" y="5635995"/>
            <a:ext cx="5924512" cy="13"/>
          </a:xfrm>
          <a:custGeom xmlns:a="http://schemas.openxmlformats.org/drawingml/2006/main">
            <a:pathLst>
              <a:path w="5924512" h="13">
                <a:moveTo>
                  <a:pt x="0" y="0"/>
                </a:moveTo>
                <a:lnTo>
                  <a:pt x="59245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64" name="svg-164 figure_1/axes_3/text_37">
            <a:extLst xmlns:a="http://schemas.openxmlformats.org/drawingml/2006/main">
              <a:ext uri="{FF2B5EF4-FFF2-40B4-BE49-F238E27FC236}">
                <a16:creationId xmlns:a16="http://schemas.microsoft.com/office/drawing/2014/main" id="{4CB921B1-0838-4158-A046-DDB95558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3401" y="3032743"/>
            <a:ext cx="2971673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  Patient weighting at minute resolution</a:t>
            </a:r>
          </a:p>
        </p:txBody>
      </p:sp>
      <p:sp>
        <p:nvSpPr>
          <p:cNvPr id="165" name="svg-165 figure_1/axes_3/legend_3/LineCollection_23">
            <a:extLst xmlns:a="http://schemas.openxmlformats.org/drawingml/2006/main">
              <a:ext uri="{FF2B5EF4-FFF2-40B4-BE49-F238E27FC236}">
                <a16:creationId xmlns:a16="http://schemas.microsoft.com/office/drawing/2014/main" id="{7C8A8A36-15DF-4229-AE49-A04FF328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449" y="5338736"/>
            <a:ext cx="101600" cy="13"/>
          </a:xfrm>
          <a:custGeom xmlns:a="http://schemas.openxmlformats.org/drawingml/2006/main">
            <a:pathLst>
              <a:path w="101600" h="13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7A8C"/>
            </a:solidFill>
            <a:prstDash val="solid"/>
          </a:ln>
        </p:spPr>
      </p:sp>
      <p:sp>
        <p:nvSpPr>
          <p:cNvPr id="166" name="svg-166 figure_1/axes_3/legend_3/line2d_100">
            <a:extLst xmlns:a="http://schemas.openxmlformats.org/drawingml/2006/main">
              <a:ext uri="{FF2B5EF4-FFF2-40B4-BE49-F238E27FC236}">
                <a16:creationId xmlns:a16="http://schemas.microsoft.com/office/drawing/2014/main" id="{0BEAB9B5-0651-4719-9C16-75CD5106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449" y="5300636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167" name="svg-167 figure_1/axes_3/legend_3/line2d_101">
            <a:extLst xmlns:a="http://schemas.openxmlformats.org/drawingml/2006/main">
              <a:ext uri="{FF2B5EF4-FFF2-40B4-BE49-F238E27FC236}">
                <a16:creationId xmlns:a16="http://schemas.microsoft.com/office/drawing/2014/main" id="{00E6D145-7E0A-4310-9672-CFF7BADC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049" y="5300636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168" name="svg-168 figure_1/axes_3/legend_3/line2d_103">
            <a:extLst xmlns:a="http://schemas.openxmlformats.org/drawingml/2006/main">
              <a:ext uri="{FF2B5EF4-FFF2-40B4-BE49-F238E27FC236}">
                <a16:creationId xmlns:a16="http://schemas.microsoft.com/office/drawing/2014/main" id="{8A07EE37-55B9-4934-ABEF-ADB38FCF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1149" y="5300636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76200"/>
                </a:moveTo>
                <a:cubicBezTo>
                  <a:pt x="48204" y="76200"/>
                  <a:pt x="57896" y="72186"/>
                  <a:pt x="65041" y="65041"/>
                </a:cubicBezTo>
                <a:cubicBezTo>
                  <a:pt x="72186" y="57896"/>
                  <a:pt x="76200" y="48204"/>
                  <a:pt x="76200" y="38100"/>
                </a:cubicBezTo>
                <a:cubicBezTo>
                  <a:pt x="76200" y="27996"/>
                  <a:pt x="72186" y="18304"/>
                  <a:pt x="65041" y="11159"/>
                </a:cubicBezTo>
                <a:cubicBezTo>
                  <a:pt x="57896" y="4014"/>
                  <a:pt x="48204" y="0"/>
                  <a:pt x="38100" y="0"/>
                </a:cubicBezTo>
                <a:cubicBezTo>
                  <a:pt x="27996" y="0"/>
                  <a:pt x="18304" y="4014"/>
                  <a:pt x="11159" y="11159"/>
                </a:cubicBezTo>
                <a:cubicBezTo>
                  <a:pt x="4014" y="18304"/>
                  <a:pt x="0" y="27996"/>
                  <a:pt x="0" y="38100"/>
                </a:cubicBezTo>
                <a:cubicBezTo>
                  <a:pt x="0" y="48204"/>
                  <a:pt x="4014" y="57896"/>
                  <a:pt x="11159" y="65041"/>
                </a:cubicBezTo>
                <a:cubicBezTo>
                  <a:pt x="18304" y="72186"/>
                  <a:pt x="27996" y="76200"/>
                  <a:pt x="38100" y="76200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169" name="svg-169 figure_1/axes_3/legend_3/text_38">
            <a:extLst xmlns:a="http://schemas.openxmlformats.org/drawingml/2006/main">
              <a:ext uri="{FF2B5EF4-FFF2-40B4-BE49-F238E27FC236}">
                <a16:creationId xmlns:a16="http://schemas.microsoft.com/office/drawing/2014/main" id="{2FD38833-A52E-4702-9372-1035CB4E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2129" y="5278792"/>
            <a:ext cx="34226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Pooled</a:t>
            </a:r>
          </a:p>
        </p:txBody>
      </p:sp>
      <p:sp>
        <p:nvSpPr>
          <p:cNvPr id="170" name="svg-170 figure_1/axes_3/legend_3/LineCollection_24">
            <a:extLst xmlns:a="http://schemas.openxmlformats.org/drawingml/2006/main">
              <a:ext uri="{FF2B5EF4-FFF2-40B4-BE49-F238E27FC236}">
                <a16:creationId xmlns:a16="http://schemas.microsoft.com/office/drawing/2014/main" id="{F08F8B2D-8D07-489D-BECF-98FC9FE8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449" y="5487865"/>
            <a:ext cx="101600" cy="13"/>
          </a:xfrm>
          <a:custGeom xmlns:a="http://schemas.openxmlformats.org/drawingml/2006/main">
            <a:pathLst>
              <a:path w="101600" h="13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4A38"/>
            </a:solidFill>
            <a:prstDash val="solid"/>
          </a:ln>
        </p:spPr>
      </p:sp>
      <p:sp>
        <p:nvSpPr>
          <p:cNvPr id="171" name="svg-171 figure_1/axes_3/legend_3/line2d_104">
            <a:extLst xmlns:a="http://schemas.openxmlformats.org/drawingml/2006/main">
              <a:ext uri="{FF2B5EF4-FFF2-40B4-BE49-F238E27FC236}">
                <a16:creationId xmlns:a16="http://schemas.microsoft.com/office/drawing/2014/main" id="{1A873C8A-749E-45B9-BDC8-79FD8274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449" y="5449765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72" name="svg-172 figure_1/axes_3/legend_3/line2d_105">
            <a:extLst xmlns:a="http://schemas.openxmlformats.org/drawingml/2006/main">
              <a:ext uri="{FF2B5EF4-FFF2-40B4-BE49-F238E27FC236}">
                <a16:creationId xmlns:a16="http://schemas.microsoft.com/office/drawing/2014/main" id="{A4A68BC9-28A0-401B-8C87-F66B881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049" y="5449765"/>
            <a:ext cx="13" cy="76200"/>
          </a:xfrm>
          <a:custGeom xmlns:a="http://schemas.openxmlformats.org/drawingml/2006/main">
            <a:pathLst>
              <a:path w="1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73" name="svg-173 figure_1/axes_3/legend_3/line2d_107">
            <a:extLst xmlns:a="http://schemas.openxmlformats.org/drawingml/2006/main">
              <a:ext uri="{FF2B5EF4-FFF2-40B4-BE49-F238E27FC236}">
                <a16:creationId xmlns:a16="http://schemas.microsoft.com/office/drawing/2014/main" id="{97EA80FF-E0AB-4FE7-9C06-21FD815F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1149" y="544976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solidFill>
              <a:srgbClr val="B14A38"/>
            </a:solidFill>
            <a:prstDash val="solid"/>
          </a:ln>
        </p:spPr>
      </p:sp>
      <p:sp>
        <p:nvSpPr>
          <p:cNvPr id="174" name="svg-174 figure_1/axes_3/legend_3/text_39">
            <a:extLst xmlns:a="http://schemas.openxmlformats.org/drawingml/2006/main">
              <a:ext uri="{FF2B5EF4-FFF2-40B4-BE49-F238E27FC236}">
                <a16:creationId xmlns:a16="http://schemas.microsoft.com/office/drawing/2014/main" id="{6A0B7D79-3A0B-4A77-BC80-74388151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2129" y="5427921"/>
            <a:ext cx="67297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Patient equal</a:t>
            </a:r>
          </a:p>
        </p:txBody>
      </p:sp>
    </p:spTree>
    <p:extLst>
      <p:ext uri="{BB962C8B-B14F-4D97-AF65-F5344CB8AC3E}">
        <p14:creationId xmlns:p14="http://schemas.microsoft.com/office/powerpoint/2010/main" val="1041478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2026-10-16T10:14:01.8160000Z</dcterms:created>
  <dcterms:modified xsi:type="dcterms:W3CDTF">2026-10-16T10:14:01.8160000Z</dcterms:modified>
</coreProperties>
</file>