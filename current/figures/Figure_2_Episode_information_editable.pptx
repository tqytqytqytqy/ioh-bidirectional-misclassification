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8b041dd31d46a7" /><Relationship Type="http://schemas.openxmlformats.org/officeDocument/2006/relationships/extended-properties" Target="/docProps/app.xml" Id="Rc08a834e7d2e4156" /><Relationship Type="http://schemas.openxmlformats.org/officeDocument/2006/relationships/officeDocument" Target="/ppt/presentation.xml" Id="Rce955beb64294b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94c1aaf193446e"/>
  </p:sldMasterIdLst>
  <p:notesMasterIdLst>
    <p:notesMasterId xmlns:r="http://schemas.openxmlformats.org/officeDocument/2006/relationships" r:id="R2b5ae8dcee824778"/>
  </p:notesMasterIdLst>
  <p:sldIdLst>
    <p:sldId xmlns:r="http://schemas.openxmlformats.org/officeDocument/2006/relationships" id="256" r:id="R34dbc4fbd53341f0"/>
  </p:sldIdLst>
  <p:sldSz cx="6400800" cy="5486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9ef62338aa4db4" /><Relationship Type="http://schemas.openxmlformats.org/officeDocument/2006/relationships/slideMaster" Target="/ppt/slideMasters/slideMaster1.xml" Id="R3994c1aaf193446e" /><Relationship Type="http://schemas.openxmlformats.org/officeDocument/2006/relationships/notesMaster" Target="/ppt/notesMasters/notesMaster1.xml" Id="R2b5ae8dcee824778" /><Relationship Type="http://schemas.openxmlformats.org/officeDocument/2006/relationships/presProps" Target="/ppt/presProps.xml" Id="R034ad15802824d68" /><Relationship Type="http://schemas.openxmlformats.org/officeDocument/2006/relationships/tableStyles" Target="/ppt/tableStyles.xml" Id="Rac7d26113e9e40fa" /><Relationship Type="http://schemas.openxmlformats.org/officeDocument/2006/relationships/slide" Target="/ppt/slides/slide1.xml" Id="R34dbc4fbd53341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d24a68130349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0bdddd7767473b" /><Relationship Type="http://schemas.openxmlformats.org/officeDocument/2006/relationships/notesMaster" Target="/ppt/notesMasters/notesMaster1.xml" Id="Rdf726309da384a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current/figures/Figure_2_Episode_information.svg</a:t>
            </a:r>
          </a:p>
          <a:p xmlns:a="http://schemas.openxmlformats.org/drawingml/2006/main">
            <a:r>
              <a:t>Original source SHA-256: 587d885d88985b0d93255e93e0f4d916209d192aebbae7d32ae9bc7ee926d646</a:t>
            </a:r>
          </a:p>
          <a:p xmlns:a="http://schemas.openxmlformats.org/drawingml/2006/main">
            <a:r>
              <a:t>Figure content and statistical quantities retained from the supplied source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8b48b87814f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5b2095a00400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a4c91a8fb493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34e493a444f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3375f7e454484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e26e7248b741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1E4242-B3ED-4DE4-B344-35D0BD90F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080" y="2072640"/>
            <a:ext cx="5120640" cy="792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3C8226-054E-4321-B46C-087D89C3822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960120" y="3017520"/>
            <a:ext cx="44805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4D04D00-C838-42A0-B586-15D65FE991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0080" y="2286000"/>
            <a:ext cx="512064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0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893322-B09F-4F3F-AAF7-4C9286C4A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426720"/>
            <a:ext cx="568071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E643B6-2B5C-4D2B-A879-C33B437452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1524000"/>
            <a:ext cx="568071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1AEB45-04E6-49A8-8D5C-AA3F5DE39F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426720"/>
            <a:ext cx="568071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7C19EB-E453-4980-AB28-5F1B335BCC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1524000"/>
            <a:ext cx="264033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CCF7962-99BE-4E45-82D3-733337C05F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400425" y="1524000"/>
            <a:ext cx="264033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0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B3B219-8B64-4E4B-A3DD-E14CE1D636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45" y="426720"/>
            <a:ext cx="568071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810B1B-328D-484A-AB2A-963CAC458E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45" y="1524000"/>
            <a:ext cx="2640330" cy="3413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00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1pPr>
            <a:lvl2pPr marL="2800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2pPr>
            <a:lvl3pPr marL="4400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3pPr>
            <a:lvl4pPr marL="6000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4pPr>
            <a:lvl5pPr marL="76009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5pPr>
            <a:lvl6pPr marL="92011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6pPr>
            <a:lvl7pPr marL="108013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7pPr>
            <a:lvl8pPr marL="124015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8pPr>
            <a:lvl9pPr marL="1400175" indent="-120015">
              <a:lnSpc>
                <a:spcPct val="110000"/>
              </a:lnSpc>
              <a:spcBef>
                <a:spcPts val="0"/>
              </a:spcBef>
              <a:spcAft>
                <a:spcPts val="63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40c90a38ec4b21" /><Relationship Type="http://schemas.openxmlformats.org/officeDocument/2006/relationships/slideLayout" Target="/ppt/slideLayouts/slideLayout1.xml" Id="R95fcc3b122d84b01" /><Relationship Type="http://schemas.openxmlformats.org/officeDocument/2006/relationships/slideLayout" Target="/ppt/slideLayouts/slideLayout2.xml" Id="R23f3bc97e2a94a4c" /><Relationship Type="http://schemas.openxmlformats.org/officeDocument/2006/relationships/slideLayout" Target="/ppt/slideLayouts/slideLayout3.xml" Id="Rcfbeddbc1dea4aeb" /><Relationship Type="http://schemas.openxmlformats.org/officeDocument/2006/relationships/slideLayout" Target="/ppt/slideLayouts/slideLayout4.xml" Id="R227b28828bb84f48" /><Relationship Type="http://schemas.openxmlformats.org/officeDocument/2006/relationships/slideLayout" Target="/ppt/slideLayouts/slideLayout5.xml" Id="R6939a436d540412f" /><Relationship Type="http://schemas.openxmlformats.org/officeDocument/2006/relationships/slideLayout" Target="/ppt/slideLayouts/slideLayout6.xml" Id="R0a6ea9323d1941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fcc3b122d84b01"/>
    <p:sldLayoutId xmlns:r="http://schemas.openxmlformats.org/officeDocument/2006/relationships" id="2147483650" r:id="R23f3bc97e2a94a4c"/>
    <p:sldLayoutId xmlns:r="http://schemas.openxmlformats.org/officeDocument/2006/relationships" id="2147483651" r:id="Rcfbeddbc1dea4aeb"/>
    <p:sldLayoutId xmlns:r="http://schemas.openxmlformats.org/officeDocument/2006/relationships" id="2147483652" r:id="R227b28828bb84f48"/>
    <p:sldLayoutId xmlns:r="http://schemas.openxmlformats.org/officeDocument/2006/relationships" id="2147483653" r:id="R6939a436d540412f"/>
    <p:sldLayoutId xmlns:r="http://schemas.openxmlformats.org/officeDocument/2006/relationships" id="2147483654" r:id="R0a6ea9323d1941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a59a48ee464b6f" /><Relationship Type="http://schemas.openxmlformats.org/officeDocument/2006/relationships/notesSlide" Target="/ppt/notesSlides/notesSlide1.xml" Id="Re350af77a23644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svg-001 figure_1/patch_1">
            <a:extLst xmlns:a="http://schemas.openxmlformats.org/drawingml/2006/main">
              <a:ext uri="{FF2B5EF4-FFF2-40B4-BE49-F238E27FC236}">
                <a16:creationId xmlns:a16="http://schemas.microsoft.com/office/drawing/2014/main" id="{B32B6E68-38D7-4A52-B1ED-F6FD5A33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00800" cy="5486400"/>
          </a:xfrm>
          <a:custGeom xmlns:a="http://schemas.openxmlformats.org/drawingml/2006/main">
            <a:pathLst>
              <a:path w="6400800" h="5486400">
                <a:moveTo>
                  <a:pt x="0" y="5486400"/>
                </a:moveTo>
                <a:lnTo>
                  <a:pt x="6400800" y="5486400"/>
                </a:lnTo>
                <a:lnTo>
                  <a:pt x="6400800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2" name="svg-002 figure_1/axes_1/patch_2">
            <a:extLst xmlns:a="http://schemas.openxmlformats.org/drawingml/2006/main">
              <a:ext uri="{FF2B5EF4-FFF2-40B4-BE49-F238E27FC236}">
                <a16:creationId xmlns:a16="http://schemas.microsoft.com/office/drawing/2014/main" id="{3E670333-1556-4338-BFC6-3E3A169D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210803"/>
            <a:ext cx="5819741" cy="2933359"/>
          </a:xfrm>
          <a:custGeom xmlns:a="http://schemas.openxmlformats.org/drawingml/2006/main">
            <a:pathLst>
              <a:path w="5819741" h="2933359">
                <a:moveTo>
                  <a:pt x="0" y="2933359"/>
                </a:moveTo>
                <a:lnTo>
                  <a:pt x="5819741" y="2933359"/>
                </a:lnTo>
                <a:lnTo>
                  <a:pt x="581974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3" name="svg-003 figure_1/axes_1/patch_3">
            <a:extLst xmlns:a="http://schemas.openxmlformats.org/drawingml/2006/main">
              <a:ext uri="{FF2B5EF4-FFF2-40B4-BE49-F238E27FC236}">
                <a16:creationId xmlns:a16="http://schemas.microsoft.com/office/drawing/2014/main" id="{A6D157FA-ED71-48AC-83B2-72D95A2E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204" y="210803"/>
            <a:ext cx="1436973" cy="2933359"/>
          </a:xfrm>
          <a:custGeom xmlns:a="http://schemas.openxmlformats.org/drawingml/2006/main">
            <a:pathLst>
              <a:path w="1436973" h="2933359">
                <a:moveTo>
                  <a:pt x="0" y="2933359"/>
                </a:moveTo>
                <a:lnTo>
                  <a:pt x="1436973" y="2933359"/>
                </a:lnTo>
                <a:lnTo>
                  <a:pt x="14369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9034">
              <a:alpha val="12000"/>
            </a:srgbClr>
          </a:solidFill>
          <a:ln xmlns:a="http://schemas.openxmlformats.org/drawingml/2006/main" w="12700">
            <a:solidFill>
              <a:srgbClr val="A89034">
                <a:alpha val="12000"/>
              </a:srgbClr>
            </a:solidFill>
            <a:prstDash val="solid"/>
          </a:ln>
        </p:spPr>
      </p:sp>
      <p:sp>
        <p:nvSpPr>
          <p:cNvPr id="4" name="svg-004 figure_1/axes_1/patch_4">
            <a:extLst xmlns:a="http://schemas.openxmlformats.org/drawingml/2006/main">
              <a:ext uri="{FF2B5EF4-FFF2-40B4-BE49-F238E27FC236}">
                <a16:creationId xmlns:a16="http://schemas.microsoft.com/office/drawing/2014/main" id="{4BAD58EC-380D-419E-9BCD-E8682498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177" y="210803"/>
            <a:ext cx="359243" cy="2933359"/>
          </a:xfrm>
          <a:custGeom xmlns:a="http://schemas.openxmlformats.org/drawingml/2006/main">
            <a:pathLst>
              <a:path w="359243" h="2933359">
                <a:moveTo>
                  <a:pt x="0" y="2933359"/>
                </a:moveTo>
                <a:lnTo>
                  <a:pt x="359243" y="2933359"/>
                </a:lnTo>
                <a:lnTo>
                  <a:pt x="3592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7A8C">
              <a:alpha val="12000"/>
            </a:srgbClr>
          </a:solidFill>
          <a:ln xmlns:a="http://schemas.openxmlformats.org/drawingml/2006/main" w="12700">
            <a:solidFill>
              <a:srgbClr val="237A8C">
                <a:alpha val="12000"/>
              </a:srgbClr>
            </a:solidFill>
            <a:prstDash val="solid"/>
          </a:ln>
        </p:spPr>
      </p:sp>
      <p:sp>
        <p:nvSpPr>
          <p:cNvPr id="5" name="svg-005 figure_1/axes_1/patch_5">
            <a:extLst xmlns:a="http://schemas.openxmlformats.org/drawingml/2006/main">
              <a:ext uri="{FF2B5EF4-FFF2-40B4-BE49-F238E27FC236}">
                <a16:creationId xmlns:a16="http://schemas.microsoft.com/office/drawing/2014/main" id="{24A39B5C-1F82-430F-AE70-B4FFAE18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421" y="210803"/>
            <a:ext cx="1436973" cy="2933359"/>
          </a:xfrm>
          <a:custGeom xmlns:a="http://schemas.openxmlformats.org/drawingml/2006/main">
            <a:pathLst>
              <a:path w="1436973" h="2933359">
                <a:moveTo>
                  <a:pt x="0" y="2933359"/>
                </a:moveTo>
                <a:lnTo>
                  <a:pt x="1436973" y="2933359"/>
                </a:lnTo>
                <a:lnTo>
                  <a:pt x="143697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>
              <a:alpha val="12000"/>
            </a:srgbClr>
          </a:solidFill>
          <a:ln xmlns:a="http://schemas.openxmlformats.org/drawingml/2006/main" w="12700">
            <a:solidFill>
              <a:srgbClr val="B14A38">
                <a:alpha val="12000"/>
              </a:srgbClr>
            </a:solidFill>
            <a:prstDash val="solid"/>
          </a:ln>
        </p:spPr>
      </p:sp>
      <p:sp>
        <p:nvSpPr>
          <p:cNvPr id="6" name="svg-006 figure_1/axes_1/matplotlib.axis_1/xtick_1/line2d_1">
            <a:extLst xmlns:a="http://schemas.openxmlformats.org/drawingml/2006/main">
              <a:ext uri="{FF2B5EF4-FFF2-40B4-BE49-F238E27FC236}">
                <a16:creationId xmlns:a16="http://schemas.microsoft.com/office/drawing/2014/main" id="{410F6E4A-BA13-49BD-A638-546A451F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" name="svg-007 figure_1/axes_1/matplotlib.axis_1/xtick_1/text_1">
            <a:extLst xmlns:a="http://schemas.openxmlformats.org/drawingml/2006/main">
              <a:ext uri="{FF2B5EF4-FFF2-40B4-BE49-F238E27FC236}">
                <a16:creationId xmlns:a16="http://schemas.microsoft.com/office/drawing/2014/main" id="{15B224E2-7A4B-48FE-91B0-E6BEA7E6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945" y="321247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8" name="svg-008 figure_1/axes_1/matplotlib.axis_1/xtick_2/line2d_2">
            <a:extLst xmlns:a="http://schemas.openxmlformats.org/drawingml/2006/main">
              <a:ext uri="{FF2B5EF4-FFF2-40B4-BE49-F238E27FC236}">
                <a16:creationId xmlns:a16="http://schemas.microsoft.com/office/drawing/2014/main" id="{4A67798A-CF67-4BED-A6BD-FFCC01AA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357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9" name="svg-009 figure_1/axes_1/matplotlib.axis_1/xtick_2/text_2">
            <a:extLst xmlns:a="http://schemas.openxmlformats.org/drawingml/2006/main">
              <a:ext uri="{FF2B5EF4-FFF2-40B4-BE49-F238E27FC236}">
                <a16:creationId xmlns:a16="http://schemas.microsoft.com/office/drawing/2014/main" id="{3B68F371-8867-4A45-A7DF-4F8FD6C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3432" y="321247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0" name="svg-010 figure_1/axes_1/matplotlib.axis_1/xtick_3/line2d_3">
            <a:extLst xmlns:a="http://schemas.openxmlformats.org/drawingml/2006/main">
              <a:ext uri="{FF2B5EF4-FFF2-40B4-BE49-F238E27FC236}">
                <a16:creationId xmlns:a16="http://schemas.microsoft.com/office/drawing/2014/main" id="{9662D448-7863-44DC-A7F6-5A568D4E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844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1" name="svg-011 figure_1/axes_1/matplotlib.axis_1/xtick_3/text_3">
            <a:extLst xmlns:a="http://schemas.openxmlformats.org/drawingml/2006/main">
              <a:ext uri="{FF2B5EF4-FFF2-40B4-BE49-F238E27FC236}">
                <a16:creationId xmlns:a16="http://schemas.microsoft.com/office/drawing/2014/main" id="{B8BC0E5A-FB07-4D69-8B95-38CC716A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31918" y="321247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2" name="svg-012 figure_1/axes_1/matplotlib.axis_1/xtick_4/line2d_4">
            <a:extLst xmlns:a="http://schemas.openxmlformats.org/drawingml/2006/main">
              <a:ext uri="{FF2B5EF4-FFF2-40B4-BE49-F238E27FC236}">
                <a16:creationId xmlns:a16="http://schemas.microsoft.com/office/drawing/2014/main" id="{BABF655E-7ED0-4C19-9E1D-AA832355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9330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3" name="svg-013 figure_1/axes_1/matplotlib.axis_1/xtick_4/text_4">
            <a:extLst xmlns:a="http://schemas.openxmlformats.org/drawingml/2006/main">
              <a:ext uri="{FF2B5EF4-FFF2-40B4-BE49-F238E27FC236}">
                <a16:creationId xmlns:a16="http://schemas.microsoft.com/office/drawing/2014/main" id="{34C22326-062D-49B8-9AE7-7AC553E0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0405" y="321247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4" name="svg-014 figure_1/axes_1/matplotlib.axis_1/xtick_5/line2d_5">
            <a:extLst xmlns:a="http://schemas.openxmlformats.org/drawingml/2006/main">
              <a:ext uri="{FF2B5EF4-FFF2-40B4-BE49-F238E27FC236}">
                <a16:creationId xmlns:a16="http://schemas.microsoft.com/office/drawing/2014/main" id="{1BC1A085-78B1-4838-B4D5-87D1F47A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7817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5" name="svg-015 figure_1/axes_1/matplotlib.axis_1/xtick_5/text_5">
            <a:extLst xmlns:a="http://schemas.openxmlformats.org/drawingml/2006/main">
              <a:ext uri="{FF2B5EF4-FFF2-40B4-BE49-F238E27FC236}">
                <a16:creationId xmlns:a16="http://schemas.microsoft.com/office/drawing/2014/main" id="{E8652D56-ABF9-469E-B5CB-E5B62344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8892" y="3212470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6" name="svg-016 figure_1/axes_1/matplotlib.axis_1/xtick_6/line2d_6">
            <a:extLst xmlns:a="http://schemas.openxmlformats.org/drawingml/2006/main">
              <a:ext uri="{FF2B5EF4-FFF2-40B4-BE49-F238E27FC236}">
                <a16:creationId xmlns:a16="http://schemas.microsoft.com/office/drawing/2014/main" id="{A2FA9AD4-760C-4358-B391-195719007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304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7" name="svg-017 figure_1/axes_1/matplotlib.axis_1/xtick_6/text_6">
            <a:extLst xmlns:a="http://schemas.openxmlformats.org/drawingml/2006/main">
              <a:ext uri="{FF2B5EF4-FFF2-40B4-BE49-F238E27FC236}">
                <a16:creationId xmlns:a16="http://schemas.microsoft.com/office/drawing/2014/main" id="{4D4A769B-E870-4923-8E52-533D4FA8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056" y="321247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8" name="svg-018 figure_1/axes_1/matplotlib.axis_1/xtick_7/line2d_7">
            <a:extLst xmlns:a="http://schemas.openxmlformats.org/drawingml/2006/main">
              <a:ext uri="{FF2B5EF4-FFF2-40B4-BE49-F238E27FC236}">
                <a16:creationId xmlns:a16="http://schemas.microsoft.com/office/drawing/2014/main" id="{91D5CFCD-D8D1-45EF-9AEA-FD1A3575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790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19" name="svg-019 figure_1/axes_1/matplotlib.axis_1/xtick_7/text_7">
            <a:extLst xmlns:a="http://schemas.openxmlformats.org/drawingml/2006/main">
              <a:ext uri="{FF2B5EF4-FFF2-40B4-BE49-F238E27FC236}">
                <a16:creationId xmlns:a16="http://schemas.microsoft.com/office/drawing/2014/main" id="{A29A2897-8630-4EE2-AF38-C8BD995D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9543" y="321247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20" name="svg-020 figure_1/axes_1/matplotlib.axis_1/xtick_8/line2d_8">
            <a:extLst xmlns:a="http://schemas.openxmlformats.org/drawingml/2006/main">
              <a:ext uri="{FF2B5EF4-FFF2-40B4-BE49-F238E27FC236}">
                <a16:creationId xmlns:a16="http://schemas.microsoft.com/office/drawing/2014/main" id="{50059B65-3A52-4231-B5B3-D7BE53A1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7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1" name="svg-021 figure_1/axes_1/matplotlib.axis_1/xtick_8/text_8">
            <a:extLst xmlns:a="http://schemas.openxmlformats.org/drawingml/2006/main">
              <a:ext uri="{FF2B5EF4-FFF2-40B4-BE49-F238E27FC236}">
                <a16:creationId xmlns:a16="http://schemas.microsoft.com/office/drawing/2014/main" id="{0AD10CB0-2431-48C7-997D-D7E0556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8029" y="321247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22" name="svg-022 figure_1/axes_1/matplotlib.axis_1/xtick_9/line2d_9">
            <a:extLst xmlns:a="http://schemas.openxmlformats.org/drawingml/2006/main">
              <a:ext uri="{FF2B5EF4-FFF2-40B4-BE49-F238E27FC236}">
                <a16:creationId xmlns:a16="http://schemas.microsoft.com/office/drawing/2014/main" id="{2B366195-A2AC-4114-9667-DA233BEF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63" y="3144162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3" name="svg-023 figure_1/axes_1/matplotlib.axis_1/xtick_9/text_9">
            <a:extLst xmlns:a="http://schemas.openxmlformats.org/drawingml/2006/main">
              <a:ext uri="{FF2B5EF4-FFF2-40B4-BE49-F238E27FC236}">
                <a16:creationId xmlns:a16="http://schemas.microsoft.com/office/drawing/2014/main" id="{5365610C-65E2-4A4E-8DEA-2C85070F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06516" y="3212470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24" name="svg-024 figure_1/axes_1/matplotlib.axis_1/text_10">
            <a:extLst xmlns:a="http://schemas.openxmlformats.org/drawingml/2006/main">
              <a:ext uri="{FF2B5EF4-FFF2-40B4-BE49-F238E27FC236}">
                <a16:creationId xmlns:a16="http://schemas.microsoft.com/office/drawing/2014/main" id="{83571E20-B2E9-46FC-BB07-961CB7AF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0813" y="3373891"/>
            <a:ext cx="62585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Time (min)</a:t>
            </a:r>
          </a:p>
        </p:txBody>
      </p:sp>
      <p:sp>
        <p:nvSpPr>
          <p:cNvPr id="25" name="svg-025 figure_1/axes_1/matplotlib.axis_2/ytick_1/line2d_10">
            <a:extLst xmlns:a="http://schemas.openxmlformats.org/drawingml/2006/main">
              <a:ext uri="{FF2B5EF4-FFF2-40B4-BE49-F238E27FC236}">
                <a16:creationId xmlns:a16="http://schemas.microsoft.com/office/drawing/2014/main" id="{71F786CB-ABB7-4428-AEF4-A152644C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" y="3144162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6" name="svg-026 figure_1/axes_1/matplotlib.axis_2/ytick_1/text_11">
            <a:extLst xmlns:a="http://schemas.openxmlformats.org/drawingml/2006/main">
              <a:ext uri="{FF2B5EF4-FFF2-40B4-BE49-F238E27FC236}">
                <a16:creationId xmlns:a16="http://schemas.microsoft.com/office/drawing/2014/main" id="{58D0D375-AC0C-43A5-A014-9F5A1E5D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76" y="3080145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50</a:t>
            </a:r>
          </a:p>
        </p:txBody>
      </p:sp>
      <p:sp>
        <p:nvSpPr>
          <p:cNvPr id="27" name="svg-027 figure_1/axes_1/matplotlib.axis_2/ytick_2/line2d_11">
            <a:extLst xmlns:a="http://schemas.openxmlformats.org/drawingml/2006/main">
              <a:ext uri="{FF2B5EF4-FFF2-40B4-BE49-F238E27FC236}">
                <a16:creationId xmlns:a16="http://schemas.microsoft.com/office/drawing/2014/main" id="{ED597030-D4F9-4903-81C2-F1FC3E77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" y="2506475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28" name="svg-028 figure_1/axes_1/matplotlib.axis_2/ytick_2/text_12">
            <a:extLst xmlns:a="http://schemas.openxmlformats.org/drawingml/2006/main">
              <a:ext uri="{FF2B5EF4-FFF2-40B4-BE49-F238E27FC236}">
                <a16:creationId xmlns:a16="http://schemas.microsoft.com/office/drawing/2014/main" id="{AC3AE96B-3D40-41AD-9758-22D5CF57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76" y="2442458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29" name="svg-029 figure_1/axes_1/matplotlib.axis_2/ytick_3/line2d_12">
            <a:extLst xmlns:a="http://schemas.openxmlformats.org/drawingml/2006/main">
              <a:ext uri="{FF2B5EF4-FFF2-40B4-BE49-F238E27FC236}">
                <a16:creationId xmlns:a16="http://schemas.microsoft.com/office/drawing/2014/main" id="{4FEBC194-0383-4C52-9A49-5339884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" y="1868789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0" name="svg-030 figure_1/axes_1/matplotlib.axis_2/ytick_3/text_13">
            <a:extLst xmlns:a="http://schemas.openxmlformats.org/drawingml/2006/main">
              <a:ext uri="{FF2B5EF4-FFF2-40B4-BE49-F238E27FC236}">
                <a16:creationId xmlns:a16="http://schemas.microsoft.com/office/drawing/2014/main" id="{80CCE13F-E0FE-4F24-845E-6CAA1556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76" y="1804772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70</a:t>
            </a:r>
          </a:p>
        </p:txBody>
      </p:sp>
      <p:sp>
        <p:nvSpPr>
          <p:cNvPr id="31" name="svg-031 figure_1/axes_1/matplotlib.axis_2/ytick_4/line2d_13">
            <a:extLst xmlns:a="http://schemas.openxmlformats.org/drawingml/2006/main">
              <a:ext uri="{FF2B5EF4-FFF2-40B4-BE49-F238E27FC236}">
                <a16:creationId xmlns:a16="http://schemas.microsoft.com/office/drawing/2014/main" id="{844F8278-C6B7-422E-98DE-96BBD770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" y="1231102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2" name="svg-032 figure_1/axes_1/matplotlib.axis_2/ytick_4/text_14">
            <a:extLst xmlns:a="http://schemas.openxmlformats.org/drawingml/2006/main">
              <a:ext uri="{FF2B5EF4-FFF2-40B4-BE49-F238E27FC236}">
                <a16:creationId xmlns:a16="http://schemas.microsoft.com/office/drawing/2014/main" id="{B554D7E2-5CE0-49A0-B717-71A7DFF6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76" y="1167085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80</a:t>
            </a:r>
          </a:p>
        </p:txBody>
      </p:sp>
      <p:sp>
        <p:nvSpPr>
          <p:cNvPr id="33" name="svg-033 figure_1/axes_1/matplotlib.axis_2/ytick_5/line2d_14">
            <a:extLst xmlns:a="http://schemas.openxmlformats.org/drawingml/2006/main">
              <a:ext uri="{FF2B5EF4-FFF2-40B4-BE49-F238E27FC236}">
                <a16:creationId xmlns:a16="http://schemas.microsoft.com/office/drawing/2014/main" id="{79178270-8ADB-4062-85B4-3189455B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421" y="593415"/>
            <a:ext cx="44450" cy="13"/>
          </a:xfrm>
          <a:custGeom xmlns:a="http://schemas.openxmlformats.org/drawingml/2006/main">
            <a:pathLst>
              <a:path w="44450" h="13">
                <a:moveTo>
                  <a:pt x="44450" y="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34" name="svg-034 figure_1/axes_1/matplotlib.axis_2/ytick_5/text_15">
            <a:extLst xmlns:a="http://schemas.openxmlformats.org/drawingml/2006/main">
              <a:ext uri="{FF2B5EF4-FFF2-40B4-BE49-F238E27FC236}">
                <a16:creationId xmlns:a16="http://schemas.microsoft.com/office/drawing/2014/main" id="{95E6E30F-A22C-4153-9AE4-828476F7C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476" y="529398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90</a:t>
            </a:r>
          </a:p>
        </p:txBody>
      </p:sp>
      <p:sp>
        <p:nvSpPr>
          <p:cNvPr id="35" name="svg-035 figure_1/axes_1/matplotlib.axis_2/text_16">
            <a:extLst xmlns:a="http://schemas.openxmlformats.org/drawingml/2006/main">
              <a:ext uri="{FF2B5EF4-FFF2-40B4-BE49-F238E27FC236}">
                <a16:creationId xmlns:a16="http://schemas.microsoft.com/office/drawing/2014/main" id="{EECE1D70-35AB-4AB6-B351-D12A773D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289829" y="1606045"/>
            <a:ext cx="75755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MAP (mmHg)</a:t>
            </a:r>
          </a:p>
        </p:txBody>
      </p:sp>
      <p:sp>
        <p:nvSpPr>
          <p:cNvPr id="36" name="svg-036 figure_1/axes_1/line2d_15">
            <a:extLst xmlns:a="http://schemas.openxmlformats.org/drawingml/2006/main">
              <a:ext uri="{FF2B5EF4-FFF2-40B4-BE49-F238E27FC236}">
                <a16:creationId xmlns:a16="http://schemas.microsoft.com/office/drawing/2014/main" id="{3B86E7F8-6FED-4F9B-82B3-C717615E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45" y="1358639"/>
            <a:ext cx="5747892" cy="1275373"/>
          </a:xfrm>
          <a:custGeom xmlns:a="http://schemas.openxmlformats.org/drawingml/2006/main">
            <a:pathLst>
              <a:path w="5747892" h="1275373">
                <a:moveTo>
                  <a:pt x="0" y="0"/>
                </a:moveTo>
                <a:lnTo>
                  <a:pt x="1436973" y="0"/>
                </a:lnTo>
                <a:lnTo>
                  <a:pt x="1436973" y="1275373"/>
                </a:lnTo>
                <a:lnTo>
                  <a:pt x="2035712" y="1275373"/>
                </a:lnTo>
                <a:lnTo>
                  <a:pt x="2035712" y="0"/>
                </a:lnTo>
                <a:lnTo>
                  <a:pt x="2155460" y="0"/>
                </a:lnTo>
                <a:lnTo>
                  <a:pt x="2155460" y="1147836"/>
                </a:lnTo>
                <a:lnTo>
                  <a:pt x="3951676" y="1147836"/>
                </a:lnTo>
                <a:lnTo>
                  <a:pt x="3951676" y="0"/>
                </a:lnTo>
                <a:lnTo>
                  <a:pt x="5747892" y="0"/>
                </a:lnTo>
                <a:lnTo>
                  <a:pt x="5747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222222"/>
            </a:solidFill>
            <a:prstDash val="solid"/>
          </a:ln>
        </p:spPr>
      </p:sp>
      <p:sp>
        <p:nvSpPr>
          <p:cNvPr id="37" name="svg-037 figure_1/axes_1/line2d_16">
            <a:extLst xmlns:a="http://schemas.openxmlformats.org/drawingml/2006/main">
              <a:ext uri="{FF2B5EF4-FFF2-40B4-BE49-F238E27FC236}">
                <a16:creationId xmlns:a16="http://schemas.microsoft.com/office/drawing/2014/main" id="{D2AEC984-A59C-404A-8108-A6C34308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45" y="1358639"/>
            <a:ext cx="5747892" cy="1275373"/>
          </a:xfrm>
          <a:custGeom xmlns:a="http://schemas.openxmlformats.org/drawingml/2006/main">
            <a:pathLst>
              <a:path w="5747892" h="1275373">
                <a:moveTo>
                  <a:pt x="0" y="0"/>
                </a:moveTo>
                <a:lnTo>
                  <a:pt x="1796216" y="0"/>
                </a:lnTo>
                <a:lnTo>
                  <a:pt x="1796216" y="1275373"/>
                </a:lnTo>
                <a:lnTo>
                  <a:pt x="3592433" y="1275373"/>
                </a:lnTo>
                <a:lnTo>
                  <a:pt x="3592433" y="1147836"/>
                </a:lnTo>
                <a:lnTo>
                  <a:pt x="5388649" y="1147836"/>
                </a:lnTo>
                <a:lnTo>
                  <a:pt x="5388649" y="0"/>
                </a:lnTo>
                <a:lnTo>
                  <a:pt x="5747892" y="0"/>
                </a:lnTo>
                <a:lnTo>
                  <a:pt x="57478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37A8C"/>
            </a:solidFill>
            <a:prstDash val="solid"/>
          </a:ln>
        </p:spPr>
      </p:sp>
      <p:sp>
        <p:nvSpPr>
          <p:cNvPr id="38" name="svg-038 figure_1/axes_1/line2d_17">
            <a:extLst xmlns:a="http://schemas.openxmlformats.org/drawingml/2006/main">
              <a:ext uri="{FF2B5EF4-FFF2-40B4-BE49-F238E27FC236}">
                <a16:creationId xmlns:a16="http://schemas.microsoft.com/office/drawing/2014/main" id="{76549D5F-EDFC-4019-8C48-309D479B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2187632"/>
            <a:ext cx="5819741" cy="13"/>
          </a:xfrm>
          <a:custGeom xmlns:a="http://schemas.openxmlformats.org/drawingml/2006/main">
            <a:pathLst>
              <a:path w="5819741" h="13">
                <a:moveTo>
                  <a:pt x="0" y="0"/>
                </a:moveTo>
                <a:lnTo>
                  <a:pt x="58197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888888"/>
            </a:solidFill>
            <a:prstDash val="dash"/>
          </a:ln>
        </p:spPr>
      </p:sp>
      <p:sp>
        <p:nvSpPr>
          <p:cNvPr id="39" name="svg-039 figure_1/axes_1/patch_6">
            <a:extLst xmlns:a="http://schemas.openxmlformats.org/drawingml/2006/main">
              <a:ext uri="{FF2B5EF4-FFF2-40B4-BE49-F238E27FC236}">
                <a16:creationId xmlns:a16="http://schemas.microsoft.com/office/drawing/2014/main" id="{8D9A9A34-85B7-4960-8870-7464AC9D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210803"/>
            <a:ext cx="13" cy="2933359"/>
          </a:xfrm>
          <a:custGeom xmlns:a="http://schemas.openxmlformats.org/drawingml/2006/main">
            <a:pathLst>
              <a:path w="13" h="2933359">
                <a:moveTo>
                  <a:pt x="0" y="293335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0" name="svg-040 figure_1/axes_1/patch_7">
            <a:extLst xmlns:a="http://schemas.openxmlformats.org/drawingml/2006/main">
              <a:ext uri="{FF2B5EF4-FFF2-40B4-BE49-F238E27FC236}">
                <a16:creationId xmlns:a16="http://schemas.microsoft.com/office/drawing/2014/main" id="{2389DB34-92AD-4B9E-89FB-539AC681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3144162"/>
            <a:ext cx="5819741" cy="13"/>
          </a:xfrm>
          <a:custGeom xmlns:a="http://schemas.openxmlformats.org/drawingml/2006/main">
            <a:pathLst>
              <a:path w="5819741" h="13">
                <a:moveTo>
                  <a:pt x="0" y="0"/>
                </a:moveTo>
                <a:lnTo>
                  <a:pt x="58197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41" name="svg-041 figure_1/axes_1/text_17">
            <a:extLst xmlns:a="http://schemas.openxmlformats.org/drawingml/2006/main">
              <a:ext uri="{FF2B5EF4-FFF2-40B4-BE49-F238E27FC236}">
                <a16:creationId xmlns:a16="http://schemas.microsoft.com/office/drawing/2014/main" id="{ED484B01-675E-4E3F-8CDC-30B6305F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3236" y="434143"/>
            <a:ext cx="66890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Inherited low</a:t>
            </a:r>
          </a:p>
        </p:txBody>
      </p:sp>
      <p:sp>
        <p:nvSpPr>
          <p:cNvPr id="42" name="svg-042 figure_1/axes_1/text_18">
            <a:extLst xmlns:a="http://schemas.openxmlformats.org/drawingml/2006/main">
              <a:ext uri="{FF2B5EF4-FFF2-40B4-BE49-F238E27FC236}">
                <a16:creationId xmlns:a16="http://schemas.microsoft.com/office/drawing/2014/main" id="{9DD9EFD0-9FD0-4998-B8B8-3D363674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9572" y="434143"/>
            <a:ext cx="592455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Current low</a:t>
            </a:r>
          </a:p>
        </p:txBody>
      </p:sp>
      <p:sp>
        <p:nvSpPr>
          <p:cNvPr id="43" name="svg-043 figure_1/axes_1/text_19">
            <a:extLst xmlns:a="http://schemas.openxmlformats.org/drawingml/2006/main">
              <a:ext uri="{FF2B5EF4-FFF2-40B4-BE49-F238E27FC236}">
                <a16:creationId xmlns:a16="http://schemas.microsoft.com/office/drawing/2014/main" id="{8E878F26-4CDF-474D-B393-1A68C1B4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941" y="434143"/>
            <a:ext cx="72593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After recovery</a:t>
            </a:r>
          </a:p>
        </p:txBody>
      </p:sp>
      <p:sp>
        <p:nvSpPr>
          <p:cNvPr id="44" name="svg-044 figure_1/axes_1/text_20">
            <a:extLst xmlns:a="http://schemas.openxmlformats.org/drawingml/2006/main">
              <a:ext uri="{FF2B5EF4-FFF2-40B4-BE49-F238E27FC236}">
                <a16:creationId xmlns:a16="http://schemas.microsoft.com/office/drawing/2014/main" id="{14201C83-57A0-4E13-AFD5-4AB35DCB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0275" y="15223"/>
            <a:ext cx="3146933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  How a low display can outlast an episode</a:t>
            </a:r>
          </a:p>
        </p:txBody>
      </p:sp>
      <p:sp>
        <p:nvSpPr>
          <p:cNvPr id="45" name="svg-045 figure_1/axes_1/PathCollection_1">
            <a:extLst xmlns:a="http://schemas.openxmlformats.org/drawingml/2006/main">
              <a:ext uri="{FF2B5EF4-FFF2-40B4-BE49-F238E27FC236}">
                <a16:creationId xmlns:a16="http://schemas.microsoft.com/office/drawing/2014/main" id="{68240AA8-7504-479B-A387-D1F3A180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749" y="1325644"/>
            <a:ext cx="65991" cy="65991"/>
          </a:xfrm>
          <a:custGeom xmlns:a="http://schemas.openxmlformats.org/drawingml/2006/main">
            <a:pathLst>
              <a:path w="65991" h="65991">
                <a:moveTo>
                  <a:pt x="32996" y="65991"/>
                </a:moveTo>
                <a:cubicBezTo>
                  <a:pt x="41746" y="65991"/>
                  <a:pt x="50139" y="62515"/>
                  <a:pt x="56327" y="56327"/>
                </a:cubicBezTo>
                <a:cubicBezTo>
                  <a:pt x="62515" y="50139"/>
                  <a:pt x="65991" y="41746"/>
                  <a:pt x="65991" y="32996"/>
                </a:cubicBezTo>
                <a:cubicBezTo>
                  <a:pt x="65991" y="24245"/>
                  <a:pt x="62515" y="15852"/>
                  <a:pt x="56327" y="9664"/>
                </a:cubicBezTo>
                <a:cubicBezTo>
                  <a:pt x="50139" y="3477"/>
                  <a:pt x="41746" y="0"/>
                  <a:pt x="32996" y="0"/>
                </a:cubicBezTo>
                <a:cubicBezTo>
                  <a:pt x="24245" y="0"/>
                  <a:pt x="15852" y="3477"/>
                  <a:pt x="9664" y="9664"/>
                </a:cubicBezTo>
                <a:cubicBezTo>
                  <a:pt x="3477" y="15852"/>
                  <a:pt x="0" y="24245"/>
                  <a:pt x="0" y="32996"/>
                </a:cubicBezTo>
                <a:cubicBezTo>
                  <a:pt x="0" y="41746"/>
                  <a:pt x="3477" y="50139"/>
                  <a:pt x="9664" y="56327"/>
                </a:cubicBezTo>
                <a:cubicBezTo>
                  <a:pt x="15852" y="62515"/>
                  <a:pt x="24245" y="65991"/>
                  <a:pt x="32996" y="65991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6" name="svg-046 figure_1/axes_1/PathCollection_1">
            <a:extLst xmlns:a="http://schemas.openxmlformats.org/drawingml/2006/main">
              <a:ext uri="{FF2B5EF4-FFF2-40B4-BE49-F238E27FC236}">
                <a16:creationId xmlns:a16="http://schemas.microsoft.com/office/drawing/2014/main" id="{5331192E-F201-46BC-A07C-E29584DB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6965" y="2601017"/>
            <a:ext cx="65991" cy="65991"/>
          </a:xfrm>
          <a:custGeom xmlns:a="http://schemas.openxmlformats.org/drawingml/2006/main">
            <a:pathLst>
              <a:path w="65991" h="65991">
                <a:moveTo>
                  <a:pt x="32996" y="65991"/>
                </a:moveTo>
                <a:cubicBezTo>
                  <a:pt x="41746" y="65991"/>
                  <a:pt x="50139" y="62515"/>
                  <a:pt x="56327" y="56327"/>
                </a:cubicBezTo>
                <a:cubicBezTo>
                  <a:pt x="62515" y="50139"/>
                  <a:pt x="65991" y="41746"/>
                  <a:pt x="65991" y="32996"/>
                </a:cubicBezTo>
                <a:cubicBezTo>
                  <a:pt x="65991" y="24245"/>
                  <a:pt x="62515" y="15852"/>
                  <a:pt x="56327" y="9664"/>
                </a:cubicBezTo>
                <a:cubicBezTo>
                  <a:pt x="50139" y="3477"/>
                  <a:pt x="41746" y="0"/>
                  <a:pt x="32996" y="0"/>
                </a:cubicBezTo>
                <a:cubicBezTo>
                  <a:pt x="24245" y="0"/>
                  <a:pt x="15852" y="3477"/>
                  <a:pt x="9664" y="9664"/>
                </a:cubicBezTo>
                <a:cubicBezTo>
                  <a:pt x="3477" y="15852"/>
                  <a:pt x="0" y="24245"/>
                  <a:pt x="0" y="32996"/>
                </a:cubicBezTo>
                <a:cubicBezTo>
                  <a:pt x="0" y="41746"/>
                  <a:pt x="3477" y="50139"/>
                  <a:pt x="9664" y="56327"/>
                </a:cubicBezTo>
                <a:cubicBezTo>
                  <a:pt x="15852" y="62515"/>
                  <a:pt x="24245" y="65991"/>
                  <a:pt x="32996" y="65991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7" name="svg-047 figure_1/axes_1/PathCollection_1">
            <a:extLst xmlns:a="http://schemas.openxmlformats.org/drawingml/2006/main">
              <a:ext uri="{FF2B5EF4-FFF2-40B4-BE49-F238E27FC236}">
                <a16:creationId xmlns:a16="http://schemas.microsoft.com/office/drawing/2014/main" id="{A6874725-2B8F-449E-B5A2-C8592F2D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182" y="2473480"/>
            <a:ext cx="65991" cy="65991"/>
          </a:xfrm>
          <a:custGeom xmlns:a="http://schemas.openxmlformats.org/drawingml/2006/main">
            <a:pathLst>
              <a:path w="65991" h="65991">
                <a:moveTo>
                  <a:pt x="32996" y="65991"/>
                </a:moveTo>
                <a:cubicBezTo>
                  <a:pt x="41746" y="65991"/>
                  <a:pt x="50139" y="62515"/>
                  <a:pt x="56327" y="56327"/>
                </a:cubicBezTo>
                <a:cubicBezTo>
                  <a:pt x="62515" y="50139"/>
                  <a:pt x="65991" y="41746"/>
                  <a:pt x="65991" y="32996"/>
                </a:cubicBezTo>
                <a:cubicBezTo>
                  <a:pt x="65991" y="24245"/>
                  <a:pt x="62515" y="15852"/>
                  <a:pt x="56327" y="9664"/>
                </a:cubicBezTo>
                <a:cubicBezTo>
                  <a:pt x="50139" y="3477"/>
                  <a:pt x="41746" y="0"/>
                  <a:pt x="32996" y="0"/>
                </a:cubicBezTo>
                <a:cubicBezTo>
                  <a:pt x="24245" y="0"/>
                  <a:pt x="15852" y="3477"/>
                  <a:pt x="9664" y="9664"/>
                </a:cubicBezTo>
                <a:cubicBezTo>
                  <a:pt x="3477" y="15852"/>
                  <a:pt x="0" y="24245"/>
                  <a:pt x="0" y="32996"/>
                </a:cubicBezTo>
                <a:cubicBezTo>
                  <a:pt x="0" y="41746"/>
                  <a:pt x="3477" y="50139"/>
                  <a:pt x="9664" y="56327"/>
                </a:cubicBezTo>
                <a:cubicBezTo>
                  <a:pt x="15852" y="62515"/>
                  <a:pt x="24245" y="65991"/>
                  <a:pt x="32996" y="65991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8" name="svg-048 figure_1/axes_1/PathCollection_1">
            <a:extLst xmlns:a="http://schemas.openxmlformats.org/drawingml/2006/main">
              <a:ext uri="{FF2B5EF4-FFF2-40B4-BE49-F238E27FC236}">
                <a16:creationId xmlns:a16="http://schemas.microsoft.com/office/drawing/2014/main" id="{FA15D059-F74B-43A5-A9F2-2B1E3FEE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398" y="1325644"/>
            <a:ext cx="65991" cy="65991"/>
          </a:xfrm>
          <a:custGeom xmlns:a="http://schemas.openxmlformats.org/drawingml/2006/main">
            <a:pathLst>
              <a:path w="65991" h="65991">
                <a:moveTo>
                  <a:pt x="32996" y="65991"/>
                </a:moveTo>
                <a:cubicBezTo>
                  <a:pt x="41746" y="65991"/>
                  <a:pt x="50139" y="62515"/>
                  <a:pt x="56327" y="56327"/>
                </a:cubicBezTo>
                <a:cubicBezTo>
                  <a:pt x="62515" y="50139"/>
                  <a:pt x="65991" y="41746"/>
                  <a:pt x="65991" y="32996"/>
                </a:cubicBezTo>
                <a:cubicBezTo>
                  <a:pt x="65991" y="24245"/>
                  <a:pt x="62515" y="15852"/>
                  <a:pt x="56327" y="9664"/>
                </a:cubicBezTo>
                <a:cubicBezTo>
                  <a:pt x="50139" y="3477"/>
                  <a:pt x="41746" y="0"/>
                  <a:pt x="32996" y="0"/>
                </a:cubicBezTo>
                <a:cubicBezTo>
                  <a:pt x="24245" y="0"/>
                  <a:pt x="15852" y="3477"/>
                  <a:pt x="9664" y="9664"/>
                </a:cubicBezTo>
                <a:cubicBezTo>
                  <a:pt x="3477" y="15852"/>
                  <a:pt x="0" y="24245"/>
                  <a:pt x="0" y="32996"/>
                </a:cubicBezTo>
                <a:cubicBezTo>
                  <a:pt x="0" y="41746"/>
                  <a:pt x="3477" y="50139"/>
                  <a:pt x="9664" y="56327"/>
                </a:cubicBezTo>
                <a:cubicBezTo>
                  <a:pt x="15852" y="62515"/>
                  <a:pt x="24245" y="65991"/>
                  <a:pt x="32996" y="65991"/>
                </a:cubicBez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solidFill>
              <a:srgbClr val="237A8C"/>
            </a:solidFill>
            <a:prstDash val="solid"/>
          </a:ln>
        </p:spPr>
      </p:sp>
      <p:sp>
        <p:nvSpPr>
          <p:cNvPr id="49" name="svg-049 figure_1/axes_1/legend_1/line2d_18">
            <a:extLst xmlns:a="http://schemas.openxmlformats.org/drawingml/2006/main">
              <a:ext uri="{FF2B5EF4-FFF2-40B4-BE49-F238E27FC236}">
                <a16:creationId xmlns:a16="http://schemas.microsoft.com/office/drawing/2014/main" id="{B08A3AEE-DD59-4123-8E4F-504AD830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11" y="2846903"/>
            <a:ext cx="203200" cy="13"/>
          </a:xfrm>
          <a:custGeom xmlns:a="http://schemas.openxmlformats.org/drawingml/2006/main">
            <a:pathLst>
              <a:path w="203200" h="13">
                <a:moveTo>
                  <a:pt x="0" y="0"/>
                </a:moveTo>
                <a:lnTo>
                  <a:pt x="101600" y="0"/>
                </a:lnTo>
                <a:lnTo>
                  <a:pt x="101600" y="0"/>
                </a:lnTo>
                <a:lnTo>
                  <a:pt x="203200" y="0"/>
                </a:lnTo>
                <a:lnTo>
                  <a:pt x="20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320">
            <a:solidFill>
              <a:srgbClr val="222222"/>
            </a:solidFill>
            <a:prstDash val="solid"/>
          </a:ln>
        </p:spPr>
      </p:sp>
      <p:sp>
        <p:nvSpPr>
          <p:cNvPr id="50" name="svg-050 figure_1/axes_1/legend_1/text_21">
            <a:extLst xmlns:a="http://schemas.openxmlformats.org/drawingml/2006/main">
              <a:ext uri="{FF2B5EF4-FFF2-40B4-BE49-F238E27FC236}">
                <a16:creationId xmlns:a16="http://schemas.microsoft.com/office/drawing/2014/main" id="{60CA0679-8300-46A2-9886-B9EEF3E5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91" y="2786959"/>
            <a:ext cx="1669542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Completed-bin arterial reference</a:t>
            </a:r>
          </a:p>
        </p:txBody>
      </p:sp>
      <p:sp>
        <p:nvSpPr>
          <p:cNvPr id="51" name="svg-051 figure_1/axes_1/legend_1/line2d_19">
            <a:extLst xmlns:a="http://schemas.openxmlformats.org/drawingml/2006/main">
              <a:ext uri="{FF2B5EF4-FFF2-40B4-BE49-F238E27FC236}">
                <a16:creationId xmlns:a16="http://schemas.microsoft.com/office/drawing/2014/main" id="{20EEB763-CBCB-467F-B407-873B9AC1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311" y="2996032"/>
            <a:ext cx="203200" cy="13"/>
          </a:xfrm>
          <a:custGeom xmlns:a="http://schemas.openxmlformats.org/drawingml/2006/main">
            <a:pathLst>
              <a:path w="203200" h="13">
                <a:moveTo>
                  <a:pt x="0" y="0"/>
                </a:moveTo>
                <a:lnTo>
                  <a:pt x="101600" y="0"/>
                </a:lnTo>
                <a:lnTo>
                  <a:pt x="101600" y="0"/>
                </a:lnTo>
                <a:lnTo>
                  <a:pt x="203200" y="0"/>
                </a:lnTo>
                <a:lnTo>
                  <a:pt x="20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237A8C"/>
            </a:solidFill>
            <a:prstDash val="solid"/>
          </a:ln>
        </p:spPr>
      </p:sp>
      <p:sp>
        <p:nvSpPr>
          <p:cNvPr id="52" name="svg-052 figure_1/axes_1/legend_1/text_22">
            <a:extLst xmlns:a="http://schemas.openxmlformats.org/drawingml/2006/main">
              <a:ext uri="{FF2B5EF4-FFF2-40B4-BE49-F238E27FC236}">
                <a16:creationId xmlns:a16="http://schemas.microsoft.com/office/drawing/2014/main" id="{90F6414E-2011-4682-BBC6-41AFAF2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791" y="2936088"/>
            <a:ext cx="686689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 min display</a:t>
            </a:r>
          </a:p>
        </p:txBody>
      </p:sp>
      <p:sp>
        <p:nvSpPr>
          <p:cNvPr id="53" name="svg-053 figure_1/axes_2/patch_8">
            <a:extLst xmlns:a="http://schemas.openxmlformats.org/drawingml/2006/main">
              <a:ext uri="{FF2B5EF4-FFF2-40B4-BE49-F238E27FC236}">
                <a16:creationId xmlns:a16="http://schemas.microsoft.com/office/drawing/2014/main" id="{FA3DCFD8-25DC-428F-AB27-E652501C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3754010"/>
            <a:ext cx="5819741" cy="1333345"/>
          </a:xfrm>
          <a:custGeom xmlns:a="http://schemas.openxmlformats.org/drawingml/2006/main">
            <a:pathLst>
              <a:path w="5819741" h="1333345">
                <a:moveTo>
                  <a:pt x="0" y="1333345"/>
                </a:moveTo>
                <a:lnTo>
                  <a:pt x="5819741" y="1333345"/>
                </a:lnTo>
                <a:lnTo>
                  <a:pt x="581974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4" name="svg-054 figure_1/axes_2/patch_9">
            <a:extLst xmlns:a="http://schemas.openxmlformats.org/drawingml/2006/main">
              <a:ext uri="{FF2B5EF4-FFF2-40B4-BE49-F238E27FC236}">
                <a16:creationId xmlns:a16="http://schemas.microsoft.com/office/drawing/2014/main" id="{5161E118-7DE7-49EF-A39F-55838441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4208335"/>
            <a:ext cx="3253235" cy="375312"/>
          </a:xfrm>
          <a:custGeom xmlns:a="http://schemas.openxmlformats.org/drawingml/2006/main">
            <a:pathLst>
              <a:path w="3253235" h="375312">
                <a:moveTo>
                  <a:pt x="0" y="375312"/>
                </a:moveTo>
                <a:lnTo>
                  <a:pt x="3253235" y="375312"/>
                </a:lnTo>
                <a:lnTo>
                  <a:pt x="325323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37A8C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5" name="svg-055 figure_1/axes_2/patch_10">
            <a:extLst xmlns:a="http://schemas.openxmlformats.org/drawingml/2006/main">
              <a:ext uri="{FF2B5EF4-FFF2-40B4-BE49-F238E27FC236}">
                <a16:creationId xmlns:a16="http://schemas.microsoft.com/office/drawing/2014/main" id="{B891C12D-21F2-4422-B0DB-60CC44DF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106" y="4208335"/>
            <a:ext cx="576154" cy="375312"/>
          </a:xfrm>
          <a:custGeom xmlns:a="http://schemas.openxmlformats.org/drawingml/2006/main">
            <a:pathLst>
              <a:path w="576154" h="375312">
                <a:moveTo>
                  <a:pt x="0" y="375312"/>
                </a:moveTo>
                <a:lnTo>
                  <a:pt x="576154" y="375312"/>
                </a:lnTo>
                <a:lnTo>
                  <a:pt x="57615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A89034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6" name="svg-056 figure_1/axes_2/patch_11">
            <a:extLst xmlns:a="http://schemas.openxmlformats.org/drawingml/2006/main">
              <a:ext uri="{FF2B5EF4-FFF2-40B4-BE49-F238E27FC236}">
                <a16:creationId xmlns:a16="http://schemas.microsoft.com/office/drawing/2014/main" id="{AC551D69-3375-4E5A-897B-DE7A936B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260" y="4208335"/>
            <a:ext cx="1990351" cy="375312"/>
          </a:xfrm>
          <a:custGeom xmlns:a="http://schemas.openxmlformats.org/drawingml/2006/main">
            <a:pathLst>
              <a:path w="1990351" h="375312">
                <a:moveTo>
                  <a:pt x="0" y="375312"/>
                </a:moveTo>
                <a:lnTo>
                  <a:pt x="1990351" y="375312"/>
                </a:lnTo>
                <a:lnTo>
                  <a:pt x="1990351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14A38"/>
          </a:solidFill>
          <a:ln xmlns:a="http://schemas.openxmlformats.org/drawingml/2006/main" w="12700">
            <a:noFill/>
            <a:prstDash val="solid"/>
          </a:ln>
        </p:spPr>
      </p:sp>
      <p:sp>
        <p:nvSpPr>
          <p:cNvPr id="57" name="svg-057 figure_1/axes_2/matplotlib.axis_3/xtick_10/line2d_20">
            <a:extLst xmlns:a="http://schemas.openxmlformats.org/drawingml/2006/main">
              <a:ext uri="{FF2B5EF4-FFF2-40B4-BE49-F238E27FC236}">
                <a16:creationId xmlns:a16="http://schemas.microsoft.com/office/drawing/2014/main" id="{0450598A-F1F1-4144-8EEF-16BBB54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508735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58" name="svg-058 figure_1/axes_2/matplotlib.axis_3/xtick_10/text_23">
            <a:extLst xmlns:a="http://schemas.openxmlformats.org/drawingml/2006/main">
              <a:ext uri="{FF2B5EF4-FFF2-40B4-BE49-F238E27FC236}">
                <a16:creationId xmlns:a16="http://schemas.microsoft.com/office/drawing/2014/main" id="{C316482B-B46F-4224-A4D8-39F75AA8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4945" y="5155663"/>
            <a:ext cx="77851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</a:t>
            </a:r>
          </a:p>
        </p:txBody>
      </p:sp>
      <p:sp>
        <p:nvSpPr>
          <p:cNvPr id="59" name="svg-059 figure_1/axes_2/matplotlib.axis_3/xtick_11/line2d_21">
            <a:extLst xmlns:a="http://schemas.openxmlformats.org/drawingml/2006/main">
              <a:ext uri="{FF2B5EF4-FFF2-40B4-BE49-F238E27FC236}">
                <a16:creationId xmlns:a16="http://schemas.microsoft.com/office/drawing/2014/main" id="{AE439806-F024-482D-A957-8C10F01F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819" y="508735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0" name="svg-060 figure_1/axes_2/matplotlib.axis_3/xtick_11/text_24">
            <a:extLst xmlns:a="http://schemas.openxmlformats.org/drawingml/2006/main">
              <a:ext uri="{FF2B5EF4-FFF2-40B4-BE49-F238E27FC236}">
                <a16:creationId xmlns:a16="http://schemas.microsoft.com/office/drawing/2014/main" id="{DB094AE3-391E-41DE-9D69-4A0D92B8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2571" y="515566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61" name="svg-061 figure_1/axes_2/matplotlib.axis_3/xtick_12/line2d_22">
            <a:extLst xmlns:a="http://schemas.openxmlformats.org/drawingml/2006/main">
              <a:ext uri="{FF2B5EF4-FFF2-40B4-BE49-F238E27FC236}">
                <a16:creationId xmlns:a16="http://schemas.microsoft.com/office/drawing/2014/main" id="{5E7E3F0F-64BF-4EC5-8FA1-1086C0A5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767" y="508735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2" name="svg-062 figure_1/axes_2/matplotlib.axis_3/xtick_12/text_25">
            <a:extLst xmlns:a="http://schemas.openxmlformats.org/drawingml/2006/main">
              <a:ext uri="{FF2B5EF4-FFF2-40B4-BE49-F238E27FC236}">
                <a16:creationId xmlns:a16="http://schemas.microsoft.com/office/drawing/2014/main" id="{EA874DE3-C54A-4B66-954E-F69F4FA0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520" y="515566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40</a:t>
            </a:r>
          </a:p>
        </p:txBody>
      </p:sp>
      <p:sp>
        <p:nvSpPr>
          <p:cNvPr id="63" name="svg-063 figure_1/axes_2/matplotlib.axis_3/xtick_13/line2d_23">
            <a:extLst xmlns:a="http://schemas.openxmlformats.org/drawingml/2006/main">
              <a:ext uri="{FF2B5EF4-FFF2-40B4-BE49-F238E27FC236}">
                <a16:creationId xmlns:a16="http://schemas.microsoft.com/office/drawing/2014/main" id="{D2C25AE9-49BE-475B-BE53-5AEF380C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5715" y="508735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4" name="svg-064 figure_1/axes_2/matplotlib.axis_3/xtick_13/text_26">
            <a:extLst xmlns:a="http://schemas.openxmlformats.org/drawingml/2006/main">
              <a:ext uri="{FF2B5EF4-FFF2-40B4-BE49-F238E27FC236}">
                <a16:creationId xmlns:a16="http://schemas.microsoft.com/office/drawing/2014/main" id="{84445D47-C3E3-41FC-AC58-4EDC3EB1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50468" y="515566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60</a:t>
            </a:r>
          </a:p>
        </p:txBody>
      </p:sp>
      <p:sp>
        <p:nvSpPr>
          <p:cNvPr id="65" name="svg-065 figure_1/axes_2/matplotlib.axis_3/xtick_14/line2d_24">
            <a:extLst xmlns:a="http://schemas.openxmlformats.org/drawingml/2006/main">
              <a:ext uri="{FF2B5EF4-FFF2-40B4-BE49-F238E27FC236}">
                <a16:creationId xmlns:a16="http://schemas.microsoft.com/office/drawing/2014/main" id="{BEBA4CC2-69B2-4EAF-81A5-3D8255CD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664" y="508735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6" name="svg-066 figure_1/axes_2/matplotlib.axis_3/xtick_14/text_27">
            <a:extLst xmlns:a="http://schemas.openxmlformats.org/drawingml/2006/main">
              <a:ext uri="{FF2B5EF4-FFF2-40B4-BE49-F238E27FC236}">
                <a16:creationId xmlns:a16="http://schemas.microsoft.com/office/drawing/2014/main" id="{9F51E451-4473-4806-A3C7-B0CC3CD34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4416" y="5155663"/>
            <a:ext cx="15049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80</a:t>
            </a:r>
          </a:p>
        </p:txBody>
      </p:sp>
      <p:sp>
        <p:nvSpPr>
          <p:cNvPr id="67" name="svg-067 figure_1/axes_2/matplotlib.axis_3/xtick_15/line2d_25">
            <a:extLst xmlns:a="http://schemas.openxmlformats.org/drawingml/2006/main">
              <a:ext uri="{FF2B5EF4-FFF2-40B4-BE49-F238E27FC236}">
                <a16:creationId xmlns:a16="http://schemas.microsoft.com/office/drawing/2014/main" id="{2FF5B196-3D24-430A-8A13-FF0098D3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3612" y="5087355"/>
            <a:ext cx="13" cy="44450"/>
          </a:xfrm>
          <a:custGeom xmlns:a="http://schemas.openxmlformats.org/drawingml/2006/main">
            <a:pathLst>
              <a:path w="13" h="44450">
                <a:moveTo>
                  <a:pt x="0" y="0"/>
                </a:moveTo>
                <a:lnTo>
                  <a:pt x="0" y="444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68" name="svg-068 figure_1/axes_2/matplotlib.axis_3/xtick_15/text_28">
            <a:extLst xmlns:a="http://schemas.openxmlformats.org/drawingml/2006/main">
              <a:ext uri="{FF2B5EF4-FFF2-40B4-BE49-F238E27FC236}">
                <a16:creationId xmlns:a16="http://schemas.microsoft.com/office/drawing/2014/main" id="{4D25F290-8255-43C5-A8E7-589EB5552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41979" y="5155663"/>
            <a:ext cx="223266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100</a:t>
            </a:r>
          </a:p>
        </p:txBody>
      </p:sp>
      <p:sp>
        <p:nvSpPr>
          <p:cNvPr id="69" name="svg-069 figure_1/axes_2/matplotlib.axis_3/text_29">
            <a:extLst xmlns:a="http://schemas.openxmlformats.org/drawingml/2006/main">
              <a:ext uri="{FF2B5EF4-FFF2-40B4-BE49-F238E27FC236}">
                <a16:creationId xmlns:a16="http://schemas.microsoft.com/office/drawing/2014/main" id="{70115ED2-EBAA-4528-93E1-C480F018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38486" y="5317084"/>
            <a:ext cx="281051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Phase-averaged proportion of 9187 episodes (%)</a:t>
            </a:r>
          </a:p>
        </p:txBody>
      </p:sp>
      <p:sp>
        <p:nvSpPr>
          <p:cNvPr id="70" name="svg-070 figure_1/axes_2/patch_12">
            <a:extLst xmlns:a="http://schemas.openxmlformats.org/drawingml/2006/main">
              <a:ext uri="{FF2B5EF4-FFF2-40B4-BE49-F238E27FC236}">
                <a16:creationId xmlns:a16="http://schemas.microsoft.com/office/drawing/2014/main" id="{3C8EC0C0-5E31-4680-9A9C-8DEFA3C6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3754010"/>
            <a:ext cx="13" cy="1333345"/>
          </a:xfrm>
          <a:custGeom xmlns:a="http://schemas.openxmlformats.org/drawingml/2006/main">
            <a:pathLst>
              <a:path w="13" h="1333345">
                <a:moveTo>
                  <a:pt x="0" y="133334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1" name="svg-071 figure_1/axes_2/patch_13">
            <a:extLst xmlns:a="http://schemas.openxmlformats.org/drawingml/2006/main">
              <a:ext uri="{FF2B5EF4-FFF2-40B4-BE49-F238E27FC236}">
                <a16:creationId xmlns:a16="http://schemas.microsoft.com/office/drawing/2014/main" id="{AF816C59-1412-4CBA-A830-A43DE228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71" y="5087355"/>
            <a:ext cx="5819741" cy="13"/>
          </a:xfrm>
          <a:custGeom xmlns:a="http://schemas.openxmlformats.org/drawingml/2006/main">
            <a:pathLst>
              <a:path w="5819741" h="13">
                <a:moveTo>
                  <a:pt x="0" y="0"/>
                </a:moveTo>
                <a:lnTo>
                  <a:pt x="581974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0160">
            <a:solidFill>
              <a:srgbClr val="000000"/>
            </a:solidFill>
            <a:prstDash val="solid"/>
          </a:ln>
        </p:spPr>
      </p:sp>
      <p:sp>
        <p:nvSpPr>
          <p:cNvPr id="72" name="svg-072 figure_1/axes_2/text_30">
            <a:extLst xmlns:a="http://schemas.openxmlformats.org/drawingml/2006/main">
              <a:ext uri="{FF2B5EF4-FFF2-40B4-BE49-F238E27FC236}">
                <a16:creationId xmlns:a16="http://schemas.microsoft.com/office/drawing/2014/main" id="{652D8FBD-5FEA-49A0-A329-4C96E1C7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59701" y="4320089"/>
            <a:ext cx="40157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55.9%</a:t>
            </a:r>
          </a:p>
        </p:txBody>
      </p:sp>
      <p:sp>
        <p:nvSpPr>
          <p:cNvPr id="73" name="svg-073 figure_1/axes_2/text_31">
            <a:extLst xmlns:a="http://schemas.openxmlformats.org/drawingml/2006/main">
              <a:ext uri="{FF2B5EF4-FFF2-40B4-BE49-F238E27FC236}">
                <a16:creationId xmlns:a16="http://schemas.microsoft.com/office/drawing/2014/main" id="{E1434DCD-6B91-480F-B869-74A8FBD2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4147" y="4320089"/>
            <a:ext cx="322072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9.9%</a:t>
            </a:r>
          </a:p>
        </p:txBody>
      </p:sp>
      <p:sp>
        <p:nvSpPr>
          <p:cNvPr id="74" name="svg-074 figure_1/axes_2/text_32">
            <a:extLst xmlns:a="http://schemas.openxmlformats.org/drawingml/2006/main">
              <a:ext uri="{FF2B5EF4-FFF2-40B4-BE49-F238E27FC236}">
                <a16:creationId xmlns:a16="http://schemas.microsoft.com/office/drawing/2014/main" id="{E4E98D7F-F475-484C-B0EF-8D1835E4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649" y="4320089"/>
            <a:ext cx="401574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34.2%</a:t>
            </a:r>
          </a:p>
        </p:txBody>
      </p:sp>
      <p:sp>
        <p:nvSpPr>
          <p:cNvPr id="75" name="svg-075 figure_1/axes_2/text_33">
            <a:extLst xmlns:a="http://schemas.openxmlformats.org/drawingml/2006/main">
              <a:ext uri="{FF2B5EF4-FFF2-40B4-BE49-F238E27FC236}">
                <a16:creationId xmlns:a16="http://schemas.microsoft.com/office/drawing/2014/main" id="{4EF329CD-1E30-41E4-9B17-D5CD7DFD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5165" y="4616539"/>
            <a:ext cx="850646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New low reading</a:t>
            </a:r>
          </a:p>
        </p:txBody>
      </p:sp>
      <p:sp>
        <p:nvSpPr>
          <p:cNvPr id="76" name="svg-076 figure_1/axes_2/text_34">
            <a:extLst xmlns:a="http://schemas.openxmlformats.org/drawingml/2006/main">
              <a:ext uri="{FF2B5EF4-FFF2-40B4-BE49-F238E27FC236}">
                <a16:creationId xmlns:a16="http://schemas.microsoft.com/office/drawing/2014/main" id="{AE55E28A-2E69-4F01-A678-FFA43F5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964" y="4023941"/>
            <a:ext cx="710438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Inherited only</a:t>
            </a:r>
          </a:p>
        </p:txBody>
      </p:sp>
      <p:sp>
        <p:nvSpPr>
          <p:cNvPr id="77" name="svg-077 figure_1/axes_2/text_35">
            <a:extLst xmlns:a="http://schemas.openxmlformats.org/drawingml/2006/main">
              <a:ext uri="{FF2B5EF4-FFF2-40B4-BE49-F238E27FC236}">
                <a16:creationId xmlns:a16="http://schemas.microsoft.com/office/drawing/2014/main" id="{C487D65C-BAD2-4CB0-8CAA-F113477C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7406" y="4616539"/>
            <a:ext cx="742061" cy="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 low display</a:t>
            </a:r>
          </a:p>
        </p:txBody>
      </p:sp>
      <p:sp>
        <p:nvSpPr>
          <p:cNvPr id="78" name="svg-078 figure_1/axes_2/text_36">
            <a:extLst xmlns:a="http://schemas.openxmlformats.org/drawingml/2006/main">
              <a:ext uri="{FF2B5EF4-FFF2-40B4-BE49-F238E27FC236}">
                <a16:creationId xmlns:a16="http://schemas.microsoft.com/office/drawing/2014/main" id="{F7B22FD2-98D4-480F-8DCB-C284370B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4007" y="3558430"/>
            <a:ext cx="3879469" cy="15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 algn="l"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  What the 5 min display showed during hypotension</a:t>
            </a:r>
          </a:p>
        </p:txBody>
      </p:sp>
    </p:spTree>
    <p:extLst>
      <p:ext uri="{BB962C8B-B14F-4D97-AF65-F5344CB8AC3E}">
        <p14:creationId xmlns:p14="http://schemas.microsoft.com/office/powerpoint/2010/main" val="4577554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2026-10-16T10:12:53.6710000Z</dcterms:created>
  <dcterms:modified xsi:type="dcterms:W3CDTF">2026-10-16T10:12:53.6710000Z</dcterms:modified>
</coreProperties>
</file>