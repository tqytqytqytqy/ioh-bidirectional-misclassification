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dc1095873a4b09" /><Relationship Type="http://schemas.openxmlformats.org/officeDocument/2006/relationships/extended-properties" Target="/docProps/app.xml" Id="R6c4c9b5032f84423" /><Relationship Type="http://schemas.openxmlformats.org/officeDocument/2006/relationships/officeDocument" Target="/ppt/presentation.xml" Id="R4df6b74b5ddf4f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5f4e5714c4179"/>
  </p:sldMasterIdLst>
  <p:notesMasterIdLst>
    <p:notesMasterId xmlns:r="http://schemas.openxmlformats.org/officeDocument/2006/relationships" r:id="R52595d4550114a3d"/>
  </p:notesMasterIdLst>
  <p:sldIdLst>
    <p:sldId xmlns:r="http://schemas.openxmlformats.org/officeDocument/2006/relationships" id="256" r:id="Rc4c78210413d45d9"/>
  </p:sldIdLst>
  <p:sldSz cx="7132320" cy="658368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b9c207ce204a57" /><Relationship Type="http://schemas.openxmlformats.org/officeDocument/2006/relationships/slideMaster" Target="/ppt/slideMasters/slideMaster1.xml" Id="R0ad5f4e5714c4179" /><Relationship Type="http://schemas.openxmlformats.org/officeDocument/2006/relationships/notesMaster" Target="/ppt/notesMasters/notesMaster1.xml" Id="R52595d4550114a3d" /><Relationship Type="http://schemas.openxmlformats.org/officeDocument/2006/relationships/presProps" Target="/ppt/presProps.xml" Id="R39b2a1bb250f4d1d" /><Relationship Type="http://schemas.openxmlformats.org/officeDocument/2006/relationships/tableStyles" Target="/ppt/tableStyles.xml" Id="Rc6faabecd31f4ca7" /><Relationship Type="http://schemas.openxmlformats.org/officeDocument/2006/relationships/slide" Target="/ppt/slides/slide1.xml" Id="Rc4c78210413d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719816b7ce49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b8726bf3e04ebe" /><Relationship Type="http://schemas.openxmlformats.org/officeDocument/2006/relationships/notesMaster" Target="/ppt/notesMasters/notesMaster1.xml" Id="R22b6554032a041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current/figures/Figure_3_Infusion_recovery.svg</a:t>
            </a:r>
          </a:p>
          <a:p xmlns:a="http://schemas.openxmlformats.org/drawingml/2006/main">
            <a:r>
              <a:t>Original source SHA-256: 7cf24fd410e72dbe292723516c3de9911145ec30a067a98038e616b8940d0bbe</a:t>
            </a:r>
          </a:p>
          <a:p xmlns:a="http://schemas.openxmlformats.org/drawingml/2006/main">
            <a:r>
              <a:t>Figure content and statistical quantities retained from the supplied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3bf2e3fac41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2fc2aa4524b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29281795647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a232b26d741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b390cafb94f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ef078dca641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623DE7-E94D-4105-9A8C-E2AE0D7838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32" y="2487168"/>
            <a:ext cx="5705856" cy="95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9AEACA-15E7-4F7D-B7F2-FD5285AF37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69848" y="3621024"/>
            <a:ext cx="4992624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3A71E3-D831-4208-B933-064819320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32" y="2743200"/>
            <a:ext cx="5705856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812CD0-13D4-4BF5-AC5B-C1CB2B2FC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1193" y="512064"/>
            <a:ext cx="6329934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D9FBFE-1C23-4BB1-8FB9-F0E7053178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1193" y="1828800"/>
            <a:ext cx="6329934" cy="409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73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1pPr>
            <a:lvl2pPr marL="31203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2pPr>
            <a:lvl3pPr marL="49034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3pPr>
            <a:lvl4pPr marL="66865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4pPr>
            <a:lvl5pPr marL="846963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5pPr>
            <a:lvl6pPr marL="102527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6pPr>
            <a:lvl7pPr marL="120357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7pPr>
            <a:lvl8pPr marL="138188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8pPr>
            <a:lvl9pPr marL="156019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94F6F2-99DF-45A1-A6CB-D0DE4BE56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1193" y="512064"/>
            <a:ext cx="6329934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1FB488-349F-4CED-BE61-30DF585BCD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1193" y="1828800"/>
            <a:ext cx="2942082" cy="409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73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1pPr>
            <a:lvl2pPr marL="31203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2pPr>
            <a:lvl3pPr marL="49034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3pPr>
            <a:lvl4pPr marL="66865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4pPr>
            <a:lvl5pPr marL="846963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5pPr>
            <a:lvl6pPr marL="102527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6pPr>
            <a:lvl7pPr marL="120357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7pPr>
            <a:lvl8pPr marL="138188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8pPr>
            <a:lvl9pPr marL="156019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239470-F908-457F-B1BB-E3D2D93FD8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789045" y="1828800"/>
            <a:ext cx="2942082" cy="409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73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1pPr>
            <a:lvl2pPr marL="31203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2pPr>
            <a:lvl3pPr marL="49034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3pPr>
            <a:lvl4pPr marL="66865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4pPr>
            <a:lvl5pPr marL="846963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5pPr>
            <a:lvl6pPr marL="102527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6pPr>
            <a:lvl7pPr marL="120357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7pPr>
            <a:lvl8pPr marL="138188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8pPr>
            <a:lvl9pPr marL="156019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8F827F-5F07-4EB5-ADB1-D49923803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1193" y="512064"/>
            <a:ext cx="6329934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349998-EA43-4CB7-8EA0-88F80D801A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1193" y="1828800"/>
            <a:ext cx="2942082" cy="409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73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1pPr>
            <a:lvl2pPr marL="31203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2pPr>
            <a:lvl3pPr marL="49034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3pPr>
            <a:lvl4pPr marL="66865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4pPr>
            <a:lvl5pPr marL="846963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5pPr>
            <a:lvl6pPr marL="102527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6pPr>
            <a:lvl7pPr marL="120357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7pPr>
            <a:lvl8pPr marL="138188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8pPr>
            <a:lvl9pPr marL="156019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3e15bccb344ab" /><Relationship Type="http://schemas.openxmlformats.org/officeDocument/2006/relationships/slideLayout" Target="/ppt/slideLayouts/slideLayout1.xml" Id="Rab237f436a784788" /><Relationship Type="http://schemas.openxmlformats.org/officeDocument/2006/relationships/slideLayout" Target="/ppt/slideLayouts/slideLayout2.xml" Id="Rcc9355a0bc134dc7" /><Relationship Type="http://schemas.openxmlformats.org/officeDocument/2006/relationships/slideLayout" Target="/ppt/slideLayouts/slideLayout3.xml" Id="Rea43c26034714526" /><Relationship Type="http://schemas.openxmlformats.org/officeDocument/2006/relationships/slideLayout" Target="/ppt/slideLayouts/slideLayout4.xml" Id="R99640d0d5ebe479d" /><Relationship Type="http://schemas.openxmlformats.org/officeDocument/2006/relationships/slideLayout" Target="/ppt/slideLayouts/slideLayout5.xml" Id="Rb3236a4968534d4b" /><Relationship Type="http://schemas.openxmlformats.org/officeDocument/2006/relationships/slideLayout" Target="/ppt/slideLayouts/slideLayout6.xml" Id="R12129b770e114f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237f436a784788"/>
    <p:sldLayoutId xmlns:r="http://schemas.openxmlformats.org/officeDocument/2006/relationships" id="2147483650" r:id="Rcc9355a0bc134dc7"/>
    <p:sldLayoutId xmlns:r="http://schemas.openxmlformats.org/officeDocument/2006/relationships" id="2147483651" r:id="Rea43c26034714526"/>
    <p:sldLayoutId xmlns:r="http://schemas.openxmlformats.org/officeDocument/2006/relationships" id="2147483652" r:id="R99640d0d5ebe479d"/>
    <p:sldLayoutId xmlns:r="http://schemas.openxmlformats.org/officeDocument/2006/relationships" id="2147483653" r:id="Rb3236a4968534d4b"/>
    <p:sldLayoutId xmlns:r="http://schemas.openxmlformats.org/officeDocument/2006/relationships" id="2147483654" r:id="R12129b770e114f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b06f007124cbe" /><Relationship Type="http://schemas.openxmlformats.org/officeDocument/2006/relationships/notesSlide" Target="/ppt/notesSlides/notesSlide1.xml" Id="R7f5c484d1e354a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svg-001 figure_1/patch_1">
            <a:extLst xmlns:a="http://schemas.openxmlformats.org/drawingml/2006/main">
              <a:ext uri="{FF2B5EF4-FFF2-40B4-BE49-F238E27FC236}">
                <a16:creationId xmlns:a16="http://schemas.microsoft.com/office/drawing/2014/main" id="{CA047B26-C8F8-41F0-9006-9813D611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32320" cy="6583680"/>
          </a:xfrm>
          <a:custGeom xmlns:a="http://schemas.openxmlformats.org/drawingml/2006/main">
            <a:pathLst>
              <a:path w="7132320" h="6583680">
                <a:moveTo>
                  <a:pt x="0" y="6583680"/>
                </a:moveTo>
                <a:lnTo>
                  <a:pt x="7132320" y="6583680"/>
                </a:lnTo>
                <a:lnTo>
                  <a:pt x="71323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svg-002 figure_1/axes_1/patch_2">
            <a:extLst xmlns:a="http://schemas.openxmlformats.org/drawingml/2006/main">
              <a:ext uri="{FF2B5EF4-FFF2-40B4-BE49-F238E27FC236}">
                <a16:creationId xmlns:a16="http://schemas.microsoft.com/office/drawing/2014/main" id="{DC012A3E-98CD-48FF-82C3-DFDC3CC4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210803"/>
            <a:ext cx="2982855" cy="2258175"/>
          </a:xfrm>
          <a:custGeom xmlns:a="http://schemas.openxmlformats.org/drawingml/2006/main">
            <a:pathLst>
              <a:path w="2982855" h="2258175">
                <a:moveTo>
                  <a:pt x="0" y="2258175"/>
                </a:moveTo>
                <a:lnTo>
                  <a:pt x="2982855" y="2258175"/>
                </a:lnTo>
                <a:lnTo>
                  <a:pt x="29828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svg-003 figure_1/axes_1/matplotlib.axis_1/xtick_1/line2d_1">
            <a:extLst xmlns:a="http://schemas.openxmlformats.org/drawingml/2006/main">
              <a:ext uri="{FF2B5EF4-FFF2-40B4-BE49-F238E27FC236}">
                <a16:creationId xmlns:a16="http://schemas.microsoft.com/office/drawing/2014/main" id="{95380783-7C70-470C-B180-8549040B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65" y="2468978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" name="svg-004 figure_1/axes_1/matplotlib.axis_1/xtick_1/text_1">
            <a:extLst xmlns:a="http://schemas.openxmlformats.org/drawingml/2006/main">
              <a:ext uri="{FF2B5EF4-FFF2-40B4-BE49-F238E27FC236}">
                <a16:creationId xmlns:a16="http://schemas.microsoft.com/office/drawing/2014/main" id="{1966C5B6-6356-4543-8BE0-0BFBB19A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456" y="2537286"/>
            <a:ext cx="18681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1.0</a:t>
            </a:r>
          </a:p>
        </p:txBody>
      </p:sp>
      <p:sp>
        <p:nvSpPr>
          <p:cNvPr id="5" name="svg-005 figure_1/axes_1/matplotlib.axis_1/xtick_2/line2d_2">
            <a:extLst xmlns:a="http://schemas.openxmlformats.org/drawingml/2006/main">
              <a:ext uri="{FF2B5EF4-FFF2-40B4-BE49-F238E27FC236}">
                <a16:creationId xmlns:a16="http://schemas.microsoft.com/office/drawing/2014/main" id="{477CB29E-E8AC-44C9-8976-277B3AF7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21" y="2468978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" name="svg-006 figure_1/axes_1/matplotlib.axis_1/xtick_2/text_2">
            <a:extLst xmlns:a="http://schemas.openxmlformats.org/drawingml/2006/main">
              <a:ext uri="{FF2B5EF4-FFF2-40B4-BE49-F238E27FC236}">
                <a16:creationId xmlns:a16="http://schemas.microsoft.com/office/drawing/2014/main" id="{1B6DDCB5-E725-4F66-BF55-D7CECAE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1313" y="2537286"/>
            <a:ext cx="18681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2.5</a:t>
            </a:r>
          </a:p>
        </p:txBody>
      </p:sp>
      <p:sp>
        <p:nvSpPr>
          <p:cNvPr id="7" name="svg-007 figure_1/axes_1/matplotlib.axis_1/xtick_3/line2d_3">
            <a:extLst xmlns:a="http://schemas.openxmlformats.org/drawingml/2006/main">
              <a:ext uri="{FF2B5EF4-FFF2-40B4-BE49-F238E27FC236}">
                <a16:creationId xmlns:a16="http://schemas.microsoft.com/office/drawing/2014/main" id="{926F3D13-41C6-42CB-A9E8-DB266A5F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149" y="2468978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" name="svg-008 figure_1/axes_1/matplotlib.axis_1/xtick_3/text_3">
            <a:extLst xmlns:a="http://schemas.openxmlformats.org/drawingml/2006/main">
              <a:ext uri="{FF2B5EF4-FFF2-40B4-BE49-F238E27FC236}">
                <a16:creationId xmlns:a16="http://schemas.microsoft.com/office/drawing/2014/main" id="{C3E114EB-E0B9-424A-B845-FD895C8A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2740" y="2537286"/>
            <a:ext cx="18681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5.0</a:t>
            </a:r>
          </a:p>
        </p:txBody>
      </p:sp>
      <p:sp>
        <p:nvSpPr>
          <p:cNvPr id="9" name="svg-009 figure_1/axes_1/matplotlib.axis_1/text_4">
            <a:extLst xmlns:a="http://schemas.openxmlformats.org/drawingml/2006/main">
              <a:ext uri="{FF2B5EF4-FFF2-40B4-BE49-F238E27FC236}">
                <a16:creationId xmlns:a16="http://schemas.microsoft.com/office/drawing/2014/main" id="{6A5CCB4C-048F-4B6D-ADB7-2D5CA90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414" y="2698707"/>
            <a:ext cx="135318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Sampling interval (min)</a:t>
            </a:r>
          </a:p>
        </p:txBody>
      </p:sp>
      <p:sp>
        <p:nvSpPr>
          <p:cNvPr id="10" name="svg-010 figure_1/axes_1/matplotlib.axis_2/ytick_1/line2d_4">
            <a:extLst xmlns:a="http://schemas.openxmlformats.org/drawingml/2006/main">
              <a:ext uri="{FF2B5EF4-FFF2-40B4-BE49-F238E27FC236}">
                <a16:creationId xmlns:a16="http://schemas.microsoft.com/office/drawing/2014/main" id="{113B050A-D810-4A29-9B7B-48A7CF14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2468978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" name="svg-011 figure_1/axes_1/matplotlib.axis_2/ytick_1/text_5">
            <a:extLst xmlns:a="http://schemas.openxmlformats.org/drawingml/2006/main">
              <a:ext uri="{FF2B5EF4-FFF2-40B4-BE49-F238E27FC236}">
                <a16:creationId xmlns:a16="http://schemas.microsoft.com/office/drawing/2014/main" id="{EDF00215-41EE-4234-8681-DCCB2BB0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828" y="2404961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12" name="svg-012 figure_1/axes_1/matplotlib.axis_2/ytick_2/line2d_5">
            <a:extLst xmlns:a="http://schemas.openxmlformats.org/drawingml/2006/main">
              <a:ext uri="{FF2B5EF4-FFF2-40B4-BE49-F238E27FC236}">
                <a16:creationId xmlns:a16="http://schemas.microsoft.com/office/drawing/2014/main" id="{3C177EA5-FDD3-4FB8-9233-78E4F5AE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2092616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" name="svg-013 figure_1/axes_1/matplotlib.axis_2/ytick_2/text_6">
            <a:extLst xmlns:a="http://schemas.openxmlformats.org/drawingml/2006/main">
              <a:ext uri="{FF2B5EF4-FFF2-40B4-BE49-F238E27FC236}">
                <a16:creationId xmlns:a16="http://schemas.microsoft.com/office/drawing/2014/main" id="{07ACE951-CA2D-471E-BE16-3167E543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84" y="2028599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4" name="svg-014 figure_1/axes_1/matplotlib.axis_2/ytick_3/line2d_6">
            <a:extLst xmlns:a="http://schemas.openxmlformats.org/drawingml/2006/main">
              <a:ext uri="{FF2B5EF4-FFF2-40B4-BE49-F238E27FC236}">
                <a16:creationId xmlns:a16="http://schemas.microsoft.com/office/drawing/2014/main" id="{7A34B4B5-BD38-46B1-AC95-289CE2D8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1716253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" name="svg-015 figure_1/axes_1/matplotlib.axis_2/ytick_3/text_7">
            <a:extLst xmlns:a="http://schemas.openxmlformats.org/drawingml/2006/main">
              <a:ext uri="{FF2B5EF4-FFF2-40B4-BE49-F238E27FC236}">
                <a16:creationId xmlns:a16="http://schemas.microsoft.com/office/drawing/2014/main" id="{551E1041-8EE0-4E0B-BB38-88489582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84" y="1652236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6" name="svg-016 figure_1/axes_1/matplotlib.axis_2/ytick_4/line2d_7">
            <a:extLst xmlns:a="http://schemas.openxmlformats.org/drawingml/2006/main">
              <a:ext uri="{FF2B5EF4-FFF2-40B4-BE49-F238E27FC236}">
                <a16:creationId xmlns:a16="http://schemas.microsoft.com/office/drawing/2014/main" id="{67B24EA3-E514-43AA-A89F-52E9D1E8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1339891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" name="svg-017 figure_1/axes_1/matplotlib.axis_2/ytick_4/text_8">
            <a:extLst xmlns:a="http://schemas.openxmlformats.org/drawingml/2006/main">
              <a:ext uri="{FF2B5EF4-FFF2-40B4-BE49-F238E27FC236}">
                <a16:creationId xmlns:a16="http://schemas.microsoft.com/office/drawing/2014/main" id="{9AD317B3-AF2D-4BEB-996A-18F9CF08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84" y="1275874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18" name="svg-018 figure_1/axes_1/matplotlib.axis_2/ytick_5/line2d_8">
            <a:extLst xmlns:a="http://schemas.openxmlformats.org/drawingml/2006/main">
              <a:ext uri="{FF2B5EF4-FFF2-40B4-BE49-F238E27FC236}">
                <a16:creationId xmlns:a16="http://schemas.microsoft.com/office/drawing/2014/main" id="{1C40E329-4F4A-48F9-8F1D-57DAF4E8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963528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" name="svg-019 figure_1/axes_1/matplotlib.axis_2/ytick_5/text_9">
            <a:extLst xmlns:a="http://schemas.openxmlformats.org/drawingml/2006/main">
              <a:ext uri="{FF2B5EF4-FFF2-40B4-BE49-F238E27FC236}">
                <a16:creationId xmlns:a16="http://schemas.microsoft.com/office/drawing/2014/main" id="{6DBA69DB-C8C5-4E97-9501-7E67D878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84" y="899511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20" name="svg-020 figure_1/axes_1/matplotlib.axis_2/ytick_6/line2d_9">
            <a:extLst xmlns:a="http://schemas.openxmlformats.org/drawingml/2006/main">
              <a:ext uri="{FF2B5EF4-FFF2-40B4-BE49-F238E27FC236}">
                <a16:creationId xmlns:a16="http://schemas.microsoft.com/office/drawing/2014/main" id="{0A02638C-391E-4A62-B102-7612497D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587166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" name="svg-021 figure_1/axes_1/matplotlib.axis_2/ytick_6/text_10">
            <a:extLst xmlns:a="http://schemas.openxmlformats.org/drawingml/2006/main">
              <a:ext uri="{FF2B5EF4-FFF2-40B4-BE49-F238E27FC236}">
                <a16:creationId xmlns:a16="http://schemas.microsoft.com/office/drawing/2014/main" id="{D5C45717-EE75-4F78-89D8-7FCA7169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84" y="523149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22" name="svg-022 figure_1/axes_1/matplotlib.axis_2/ytick_7/line2d_10">
            <a:extLst xmlns:a="http://schemas.openxmlformats.org/drawingml/2006/main">
              <a:ext uri="{FF2B5EF4-FFF2-40B4-BE49-F238E27FC236}">
                <a16:creationId xmlns:a16="http://schemas.microsoft.com/office/drawing/2014/main" id="{67E11135-CDB8-42F9-8594-D2216523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210803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" name="svg-023 figure_1/axes_1/matplotlib.axis_2/ytick_7/text_11">
            <a:extLst xmlns:a="http://schemas.openxmlformats.org/drawingml/2006/main">
              <a:ext uri="{FF2B5EF4-FFF2-40B4-BE49-F238E27FC236}">
                <a16:creationId xmlns:a16="http://schemas.microsoft.com/office/drawing/2014/main" id="{3A4CA9AE-C701-4A8B-BAA0-DE8B1008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84" y="146786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24" name="svg-024 figure_1/axes_1/matplotlib.axis_2/text_12">
            <a:extLst xmlns:a="http://schemas.openxmlformats.org/drawingml/2006/main">
              <a:ext uri="{FF2B5EF4-FFF2-40B4-BE49-F238E27FC236}">
                <a16:creationId xmlns:a16="http://schemas.microsoft.com/office/drawing/2014/main" id="{F65B8A4B-989E-4A67-A444-295DBA24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900135" y="1268453"/>
            <a:ext cx="201358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Normal display during low MAP (%)</a:t>
            </a:r>
          </a:p>
        </p:txBody>
      </p:sp>
      <p:sp>
        <p:nvSpPr>
          <p:cNvPr id="25" name="svg-025 figure_1/axes_1/LineCollection_1">
            <a:extLst xmlns:a="http://schemas.openxmlformats.org/drawingml/2006/main">
              <a:ext uri="{FF2B5EF4-FFF2-40B4-BE49-F238E27FC236}">
                <a16:creationId xmlns:a16="http://schemas.microsoft.com/office/drawing/2014/main" id="{5DE5AD58-0626-4E96-8E6C-4D7F4F7B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65" y="1777696"/>
            <a:ext cx="13" cy="228953"/>
          </a:xfrm>
          <a:custGeom xmlns:a="http://schemas.openxmlformats.org/drawingml/2006/main">
            <a:pathLst>
              <a:path w="13" h="228953">
                <a:moveTo>
                  <a:pt x="0" y="2289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26" name="svg-026 figure_1/axes_1/line2d_11">
            <a:extLst xmlns:a="http://schemas.openxmlformats.org/drawingml/2006/main">
              <a:ext uri="{FF2B5EF4-FFF2-40B4-BE49-F238E27FC236}">
                <a16:creationId xmlns:a16="http://schemas.microsoft.com/office/drawing/2014/main" id="{662F41F6-37C8-4733-B47E-99D5381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65" y="2006650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27" name="svg-027 figure_1/axes_1/line2d_12">
            <a:extLst xmlns:a="http://schemas.openxmlformats.org/drawingml/2006/main">
              <a:ext uri="{FF2B5EF4-FFF2-40B4-BE49-F238E27FC236}">
                <a16:creationId xmlns:a16="http://schemas.microsoft.com/office/drawing/2014/main" id="{D77BB442-DDF0-445A-8612-05512B6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65" y="1777696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28" name="svg-028 figure_1/axes_1/LineCollection_2">
            <a:extLst xmlns:a="http://schemas.openxmlformats.org/drawingml/2006/main">
              <a:ext uri="{FF2B5EF4-FFF2-40B4-BE49-F238E27FC236}">
                <a16:creationId xmlns:a16="http://schemas.microsoft.com/office/drawing/2014/main" id="{1A21D90A-CB82-426B-BAF5-026B25EF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21" y="1180317"/>
            <a:ext cx="13" cy="339773"/>
          </a:xfrm>
          <a:custGeom xmlns:a="http://schemas.openxmlformats.org/drawingml/2006/main">
            <a:pathLst>
              <a:path w="13" h="339773">
                <a:moveTo>
                  <a:pt x="0" y="3397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29" name="svg-029 figure_1/axes_1/line2d_13">
            <a:extLst xmlns:a="http://schemas.openxmlformats.org/drawingml/2006/main">
              <a:ext uri="{FF2B5EF4-FFF2-40B4-BE49-F238E27FC236}">
                <a16:creationId xmlns:a16="http://schemas.microsoft.com/office/drawing/2014/main" id="{E39F55F8-BC9A-4804-95EA-6F72AC7B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621" y="1520090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0" name="svg-030 figure_1/axes_1/line2d_14">
            <a:extLst xmlns:a="http://schemas.openxmlformats.org/drawingml/2006/main">
              <a:ext uri="{FF2B5EF4-FFF2-40B4-BE49-F238E27FC236}">
                <a16:creationId xmlns:a16="http://schemas.microsoft.com/office/drawing/2014/main" id="{C1BFAFB6-FE76-4705-BB5C-C80AC461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621" y="1180317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1" name="svg-031 figure_1/axes_1/LineCollection_3">
            <a:extLst xmlns:a="http://schemas.openxmlformats.org/drawingml/2006/main">
              <a:ext uri="{FF2B5EF4-FFF2-40B4-BE49-F238E27FC236}">
                <a16:creationId xmlns:a16="http://schemas.microsoft.com/office/drawing/2014/main" id="{E96792D3-B877-447D-8242-ABB69633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149" y="697728"/>
            <a:ext cx="13" cy="376650"/>
          </a:xfrm>
          <a:custGeom xmlns:a="http://schemas.openxmlformats.org/drawingml/2006/main">
            <a:pathLst>
              <a:path w="13" h="376650">
                <a:moveTo>
                  <a:pt x="0" y="376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32" name="svg-032 figure_1/axes_1/line2d_15">
            <a:extLst xmlns:a="http://schemas.openxmlformats.org/drawingml/2006/main">
              <a:ext uri="{FF2B5EF4-FFF2-40B4-BE49-F238E27FC236}">
                <a16:creationId xmlns:a16="http://schemas.microsoft.com/office/drawing/2014/main" id="{FC35A336-AD7A-4AEA-B2E7-2D56B480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049" y="1074378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3" name="svg-033 figure_1/axes_1/line2d_16">
            <a:extLst xmlns:a="http://schemas.openxmlformats.org/drawingml/2006/main">
              <a:ext uri="{FF2B5EF4-FFF2-40B4-BE49-F238E27FC236}">
                <a16:creationId xmlns:a16="http://schemas.microsoft.com/office/drawing/2014/main" id="{CEB36939-85F4-4E6C-A8B2-A8EA1F8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049" y="697728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4" name="svg-034 figure_1/axes_1/line2d_17">
            <a:extLst xmlns:a="http://schemas.openxmlformats.org/drawingml/2006/main">
              <a:ext uri="{FF2B5EF4-FFF2-40B4-BE49-F238E27FC236}">
                <a16:creationId xmlns:a16="http://schemas.microsoft.com/office/drawing/2014/main" id="{06B1D9E4-CC25-4460-9CA7-0D833E37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65" y="1854108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5" name="svg-035 figure_1/axes_1/line2d_18">
            <a:extLst xmlns:a="http://schemas.openxmlformats.org/drawingml/2006/main">
              <a:ext uri="{FF2B5EF4-FFF2-40B4-BE49-F238E27FC236}">
                <a16:creationId xmlns:a16="http://schemas.microsoft.com/office/drawing/2014/main" id="{628D040E-2B8E-4AF1-BACA-6ABEF90A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621" y="1304980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6" name="svg-036 figure_1/axes_1/line2d_19">
            <a:extLst xmlns:a="http://schemas.openxmlformats.org/drawingml/2006/main">
              <a:ext uri="{FF2B5EF4-FFF2-40B4-BE49-F238E27FC236}">
                <a16:creationId xmlns:a16="http://schemas.microsoft.com/office/drawing/2014/main" id="{6C885DC8-4883-4B80-9A5C-E7A14E9E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049" y="852601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7" name="svg-037 figure_1/axes_1/patch_3">
            <a:extLst xmlns:a="http://schemas.openxmlformats.org/drawingml/2006/main">
              <a:ext uri="{FF2B5EF4-FFF2-40B4-BE49-F238E27FC236}">
                <a16:creationId xmlns:a16="http://schemas.microsoft.com/office/drawing/2014/main" id="{66D3B8AB-6CDF-42D5-ABFA-486F5169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210803"/>
            <a:ext cx="13" cy="2258175"/>
          </a:xfrm>
          <a:custGeom xmlns:a="http://schemas.openxmlformats.org/drawingml/2006/main">
            <a:pathLst>
              <a:path w="13" h="2258175">
                <a:moveTo>
                  <a:pt x="0" y="2258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8" name="svg-038 figure_1/axes_1/patch_4">
            <a:extLst xmlns:a="http://schemas.openxmlformats.org/drawingml/2006/main">
              <a:ext uri="{FF2B5EF4-FFF2-40B4-BE49-F238E27FC236}">
                <a16:creationId xmlns:a16="http://schemas.microsoft.com/office/drawing/2014/main" id="{A3408396-CAB7-4675-82CA-8CD722DB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2468978"/>
            <a:ext cx="2982855" cy="13"/>
          </a:xfrm>
          <a:custGeom xmlns:a="http://schemas.openxmlformats.org/drawingml/2006/main">
            <a:pathLst>
              <a:path w="2982855" h="13">
                <a:moveTo>
                  <a:pt x="0" y="0"/>
                </a:moveTo>
                <a:lnTo>
                  <a:pt x="2982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9" name="svg-039 figure_1/axes_1/text_13">
            <a:extLst xmlns:a="http://schemas.openxmlformats.org/drawingml/2006/main">
              <a:ext uri="{FF2B5EF4-FFF2-40B4-BE49-F238E27FC236}">
                <a16:creationId xmlns:a16="http://schemas.microsoft.com/office/drawing/2014/main" id="{9A71C057-1206-41F9-8C9C-2247841D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956" y="15223"/>
            <a:ext cx="1832102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  At infusion adjustment</a:t>
            </a:r>
          </a:p>
        </p:txBody>
      </p:sp>
      <p:sp>
        <p:nvSpPr>
          <p:cNvPr id="40" name="svg-040 figure_1/axes_2/patch_5">
            <a:extLst xmlns:a="http://schemas.openxmlformats.org/drawingml/2006/main">
              <a:ext uri="{FF2B5EF4-FFF2-40B4-BE49-F238E27FC236}">
                <a16:creationId xmlns:a16="http://schemas.microsoft.com/office/drawing/2014/main" id="{7E845E61-8BD0-443A-B6A3-5ACD249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62" y="210803"/>
            <a:ext cx="2982855" cy="2258175"/>
          </a:xfrm>
          <a:custGeom xmlns:a="http://schemas.openxmlformats.org/drawingml/2006/main">
            <a:pathLst>
              <a:path w="2982855" h="2258175">
                <a:moveTo>
                  <a:pt x="0" y="2258175"/>
                </a:moveTo>
                <a:lnTo>
                  <a:pt x="2982855" y="2258175"/>
                </a:lnTo>
                <a:lnTo>
                  <a:pt x="29828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1" name="svg-041 figure_1/axes_2/matplotlib.axis_3/xtick_4/line2d_20">
            <a:extLst xmlns:a="http://schemas.openxmlformats.org/drawingml/2006/main">
              <a:ext uri="{FF2B5EF4-FFF2-40B4-BE49-F238E27FC236}">
                <a16:creationId xmlns:a16="http://schemas.microsoft.com/office/drawing/2014/main" id="{43F94E00-A5A0-4D6C-8F2B-636248D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05" y="2468978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2" name="svg-042 figure_1/axes_2/matplotlib.axis_3/xtick_4/text_14">
            <a:extLst xmlns:a="http://schemas.openxmlformats.org/drawingml/2006/main">
              <a:ext uri="{FF2B5EF4-FFF2-40B4-BE49-F238E27FC236}">
                <a16:creationId xmlns:a16="http://schemas.microsoft.com/office/drawing/2014/main" id="{8E1B54B9-0A00-4AD0-9FB2-F235B1B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257" y="2537286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43" name="svg-043 figure_1/axes_2/matplotlib.axis_3/xtick_5/line2d_21">
            <a:extLst xmlns:a="http://schemas.openxmlformats.org/drawingml/2006/main">
              <a:ext uri="{FF2B5EF4-FFF2-40B4-BE49-F238E27FC236}">
                <a16:creationId xmlns:a16="http://schemas.microsoft.com/office/drawing/2014/main" id="{4EF884E8-A356-46A5-B491-450461BD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074" y="2468978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4" name="svg-044 figure_1/axes_2/matplotlib.axis_3/xtick_5/text_15">
            <a:extLst xmlns:a="http://schemas.openxmlformats.org/drawingml/2006/main">
              <a:ext uri="{FF2B5EF4-FFF2-40B4-BE49-F238E27FC236}">
                <a16:creationId xmlns:a16="http://schemas.microsoft.com/office/drawing/2014/main" id="{AB811BCF-73AB-44E4-AE68-572AD597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5441" y="2537286"/>
            <a:ext cx="223266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120</a:t>
            </a:r>
          </a:p>
        </p:txBody>
      </p:sp>
      <p:sp>
        <p:nvSpPr>
          <p:cNvPr id="45" name="svg-045 figure_1/axes_2/matplotlib.axis_3/text_16">
            <a:extLst xmlns:a="http://schemas.openxmlformats.org/drawingml/2006/main">
              <a:ext uri="{FF2B5EF4-FFF2-40B4-BE49-F238E27FC236}">
                <a16:creationId xmlns:a16="http://schemas.microsoft.com/office/drawing/2014/main" id="{D8B64909-B8F0-4F54-9B27-1550888E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3579" y="2698707"/>
            <a:ext cx="209842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Time since recovery confirmation (s)</a:t>
            </a:r>
          </a:p>
        </p:txBody>
      </p:sp>
      <p:sp>
        <p:nvSpPr>
          <p:cNvPr id="46" name="svg-046 figure_1/axes_2/matplotlib.axis_4/ytick_8/line2d_22">
            <a:extLst xmlns:a="http://schemas.openxmlformats.org/drawingml/2006/main">
              <a:ext uri="{FF2B5EF4-FFF2-40B4-BE49-F238E27FC236}">
                <a16:creationId xmlns:a16="http://schemas.microsoft.com/office/drawing/2014/main" id="{3070942A-837E-416C-B3E6-091B0F75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2396134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7" name="svg-047 figure_1/axes_2/matplotlib.axis_4/ytick_8/text_17">
            <a:extLst xmlns:a="http://schemas.openxmlformats.org/drawingml/2006/main">
              <a:ext uri="{FF2B5EF4-FFF2-40B4-BE49-F238E27FC236}">
                <a16:creationId xmlns:a16="http://schemas.microsoft.com/office/drawing/2014/main" id="{3400EBD9-0BB7-4505-A1BC-239D3B22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4611" y="2332117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48" name="svg-048 figure_1/axes_2/matplotlib.axis_4/ytick_9/line2d_23">
            <a:extLst xmlns:a="http://schemas.openxmlformats.org/drawingml/2006/main">
              <a:ext uri="{FF2B5EF4-FFF2-40B4-BE49-F238E27FC236}">
                <a16:creationId xmlns:a16="http://schemas.microsoft.com/office/drawing/2014/main" id="{10AC20A7-F756-48BB-A325-FCE1B2A7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2031912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9" name="svg-049 figure_1/axes_2/matplotlib.axis_4/ytick_9/text_18">
            <a:extLst xmlns:a="http://schemas.openxmlformats.org/drawingml/2006/main">
              <a:ext uri="{FF2B5EF4-FFF2-40B4-BE49-F238E27FC236}">
                <a16:creationId xmlns:a16="http://schemas.microsoft.com/office/drawing/2014/main" id="{7696C725-DB0F-4A51-942D-513B0F55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1967" y="1967895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0" name="svg-050 figure_1/axes_2/matplotlib.axis_4/ytick_10/line2d_24">
            <a:extLst xmlns:a="http://schemas.openxmlformats.org/drawingml/2006/main">
              <a:ext uri="{FF2B5EF4-FFF2-40B4-BE49-F238E27FC236}">
                <a16:creationId xmlns:a16="http://schemas.microsoft.com/office/drawing/2014/main" id="{04BC4823-C749-4D7B-91A9-E62241CF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1667690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1" name="svg-051 figure_1/axes_2/matplotlib.axis_4/ytick_10/text_19">
            <a:extLst xmlns:a="http://schemas.openxmlformats.org/drawingml/2006/main">
              <a:ext uri="{FF2B5EF4-FFF2-40B4-BE49-F238E27FC236}">
                <a16:creationId xmlns:a16="http://schemas.microsoft.com/office/drawing/2014/main" id="{0A4A8206-3276-4E32-8654-DAE70DBC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1967" y="160367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2" name="svg-052 figure_1/axes_2/matplotlib.axis_4/ytick_11/line2d_25">
            <a:extLst xmlns:a="http://schemas.openxmlformats.org/drawingml/2006/main">
              <a:ext uri="{FF2B5EF4-FFF2-40B4-BE49-F238E27FC236}">
                <a16:creationId xmlns:a16="http://schemas.microsoft.com/office/drawing/2014/main" id="{D29B56C8-0258-4AF2-A877-47EF5534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1303468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3" name="svg-053 figure_1/axes_2/matplotlib.axis_4/ytick_11/text_20">
            <a:extLst xmlns:a="http://schemas.openxmlformats.org/drawingml/2006/main">
              <a:ext uri="{FF2B5EF4-FFF2-40B4-BE49-F238E27FC236}">
                <a16:creationId xmlns:a16="http://schemas.microsoft.com/office/drawing/2014/main" id="{F9A7135C-EEEA-4F3B-8097-37220337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1967" y="1239452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54" name="svg-054 figure_1/axes_2/matplotlib.axis_4/ytick_12/line2d_26">
            <a:extLst xmlns:a="http://schemas.openxmlformats.org/drawingml/2006/main">
              <a:ext uri="{FF2B5EF4-FFF2-40B4-BE49-F238E27FC236}">
                <a16:creationId xmlns:a16="http://schemas.microsoft.com/office/drawing/2014/main" id="{602EF9F5-7571-4F6B-BFDD-A0959900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939247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5" name="svg-055 figure_1/axes_2/matplotlib.axis_4/ytick_12/text_21">
            <a:extLst xmlns:a="http://schemas.openxmlformats.org/drawingml/2006/main">
              <a:ext uri="{FF2B5EF4-FFF2-40B4-BE49-F238E27FC236}">
                <a16:creationId xmlns:a16="http://schemas.microsoft.com/office/drawing/2014/main" id="{AE7FF3A2-A7FE-4EC2-AE8A-15D9D9F5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1967" y="87523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56" name="svg-056 figure_1/axes_2/matplotlib.axis_4/ytick_13/line2d_27">
            <a:extLst xmlns:a="http://schemas.openxmlformats.org/drawingml/2006/main">
              <a:ext uri="{FF2B5EF4-FFF2-40B4-BE49-F238E27FC236}">
                <a16:creationId xmlns:a16="http://schemas.microsoft.com/office/drawing/2014/main" id="{66357308-EE41-45C6-8BCE-C1885F2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575025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7" name="svg-057 figure_1/axes_2/matplotlib.axis_4/ytick_13/text_22">
            <a:extLst xmlns:a="http://schemas.openxmlformats.org/drawingml/2006/main">
              <a:ext uri="{FF2B5EF4-FFF2-40B4-BE49-F238E27FC236}">
                <a16:creationId xmlns:a16="http://schemas.microsoft.com/office/drawing/2014/main" id="{0D718EA4-A899-4768-BBA0-526388B0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1967" y="511008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58" name="svg-058 figure_1/axes_2/matplotlib.axis_4/ytick_14/line2d_28">
            <a:extLst xmlns:a="http://schemas.openxmlformats.org/drawingml/2006/main">
              <a:ext uri="{FF2B5EF4-FFF2-40B4-BE49-F238E27FC236}">
                <a16:creationId xmlns:a16="http://schemas.microsoft.com/office/drawing/2014/main" id="{EA1B70B9-502F-4E69-99FA-16069E90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210803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9" name="svg-059 figure_1/axes_2/matplotlib.axis_4/ytick_14/text_23">
            <a:extLst xmlns:a="http://schemas.openxmlformats.org/drawingml/2006/main">
              <a:ext uri="{FF2B5EF4-FFF2-40B4-BE49-F238E27FC236}">
                <a16:creationId xmlns:a16="http://schemas.microsoft.com/office/drawing/2014/main" id="{4F80AC0A-A6DA-4943-B65F-00C9F2A6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1967" y="146786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60" name="svg-060 figure_1/axes_2/matplotlib.axis_4/text_24">
            <a:extLst xmlns:a="http://schemas.openxmlformats.org/drawingml/2006/main">
              <a:ext uri="{FF2B5EF4-FFF2-40B4-BE49-F238E27FC236}">
                <a16:creationId xmlns:a16="http://schemas.microsoft.com/office/drawing/2014/main" id="{710F80F9-5F1C-400B-B979-D02D4167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027300" y="1268453"/>
            <a:ext cx="147828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Persistent low display (%)</a:t>
            </a:r>
          </a:p>
        </p:txBody>
      </p:sp>
      <p:sp>
        <p:nvSpPr>
          <p:cNvPr id="61" name="svg-061 figure_1/axes_2/LineCollection_4">
            <a:extLst xmlns:a="http://schemas.openxmlformats.org/drawingml/2006/main">
              <a:ext uri="{FF2B5EF4-FFF2-40B4-BE49-F238E27FC236}">
                <a16:creationId xmlns:a16="http://schemas.microsoft.com/office/drawing/2014/main" id="{15BE0E37-C73E-4949-933F-054CD90D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219" y="2396134"/>
            <a:ext cx="13" cy="13"/>
          </a:xfrm>
          <a:custGeom xmlns:a="http://schemas.openxmlformats.org/drawingml/2006/main"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62" name="svg-062 figure_1/axes_2/LineCollection_4">
            <a:extLst xmlns:a="http://schemas.openxmlformats.org/drawingml/2006/main">
              <a:ext uri="{FF2B5EF4-FFF2-40B4-BE49-F238E27FC236}">
                <a16:creationId xmlns:a16="http://schemas.microsoft.com/office/drawing/2014/main" id="{DEB0FCEB-7FB2-458B-920B-29D8A9AD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789" y="2396134"/>
            <a:ext cx="13" cy="13"/>
          </a:xfrm>
          <a:custGeom xmlns:a="http://schemas.openxmlformats.org/drawingml/2006/main"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63" name="svg-063 figure_1/axes_2/line2d_29">
            <a:extLst xmlns:a="http://schemas.openxmlformats.org/drawingml/2006/main">
              <a:ext uri="{FF2B5EF4-FFF2-40B4-BE49-F238E27FC236}">
                <a16:creationId xmlns:a16="http://schemas.microsoft.com/office/drawing/2014/main" id="{568D3D99-B738-4B4D-9B74-A5175E56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119" y="2396134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64" name="svg-064 figure_1/axes_2/line2d_29">
            <a:extLst xmlns:a="http://schemas.openxmlformats.org/drawingml/2006/main">
              <a:ext uri="{FF2B5EF4-FFF2-40B4-BE49-F238E27FC236}">
                <a16:creationId xmlns:a16="http://schemas.microsoft.com/office/drawing/2014/main" id="{24412305-F7A7-44B3-B491-D115C64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689" y="2396134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65" name="svg-065 figure_1/axes_2/line2d_30">
            <a:extLst xmlns:a="http://schemas.openxmlformats.org/drawingml/2006/main">
              <a:ext uri="{FF2B5EF4-FFF2-40B4-BE49-F238E27FC236}">
                <a16:creationId xmlns:a16="http://schemas.microsoft.com/office/drawing/2014/main" id="{65D44E79-CF06-4A0B-9525-DADC6388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119" y="2396134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66" name="svg-066 figure_1/axes_2/line2d_30">
            <a:extLst xmlns:a="http://schemas.openxmlformats.org/drawingml/2006/main">
              <a:ext uri="{FF2B5EF4-FFF2-40B4-BE49-F238E27FC236}">
                <a16:creationId xmlns:a16="http://schemas.microsoft.com/office/drawing/2014/main" id="{91C221B9-1C05-4A94-989E-73F600CA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689" y="2396134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67" name="svg-067 figure_1/axes_2/LineCollection_5">
            <a:extLst xmlns:a="http://schemas.openxmlformats.org/drawingml/2006/main">
              <a:ext uri="{FF2B5EF4-FFF2-40B4-BE49-F238E27FC236}">
                <a16:creationId xmlns:a16="http://schemas.microsoft.com/office/drawing/2014/main" id="{EC55BBD4-BD5C-44AE-B3EA-B99A935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05" y="1002423"/>
            <a:ext cx="13" cy="301286"/>
          </a:xfrm>
          <a:custGeom xmlns:a="http://schemas.openxmlformats.org/drawingml/2006/main">
            <a:pathLst>
              <a:path w="13" h="301286">
                <a:moveTo>
                  <a:pt x="0" y="3012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68" name="svg-068 figure_1/axes_2/LineCollection_5">
            <a:extLst xmlns:a="http://schemas.openxmlformats.org/drawingml/2006/main">
              <a:ext uri="{FF2B5EF4-FFF2-40B4-BE49-F238E27FC236}">
                <a16:creationId xmlns:a16="http://schemas.microsoft.com/office/drawing/2014/main" id="{3874850C-D689-43AB-841F-D090ABE9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074" y="1900097"/>
            <a:ext cx="13" cy="120586"/>
          </a:xfrm>
          <a:custGeom xmlns:a="http://schemas.openxmlformats.org/drawingml/2006/main">
            <a:pathLst>
              <a:path w="13" h="120586">
                <a:moveTo>
                  <a:pt x="0" y="1205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69" name="svg-069 figure_1/axes_2/line2d_31">
            <a:extLst xmlns:a="http://schemas.openxmlformats.org/drawingml/2006/main">
              <a:ext uri="{FF2B5EF4-FFF2-40B4-BE49-F238E27FC236}">
                <a16:creationId xmlns:a16="http://schemas.microsoft.com/office/drawing/2014/main" id="{29BA319E-B9C0-4BF6-B835-4E914073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405" y="1303709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70" name="svg-070 figure_1/axes_2/line2d_31">
            <a:extLst xmlns:a="http://schemas.openxmlformats.org/drawingml/2006/main">
              <a:ext uri="{FF2B5EF4-FFF2-40B4-BE49-F238E27FC236}">
                <a16:creationId xmlns:a16="http://schemas.microsoft.com/office/drawing/2014/main" id="{6A5E52F0-288A-4F0E-B643-AFD8B89E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974" y="2020684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71" name="svg-071 figure_1/axes_2/line2d_32">
            <a:extLst xmlns:a="http://schemas.openxmlformats.org/drawingml/2006/main">
              <a:ext uri="{FF2B5EF4-FFF2-40B4-BE49-F238E27FC236}">
                <a16:creationId xmlns:a16="http://schemas.microsoft.com/office/drawing/2014/main" id="{C0350F8E-73C3-486C-915A-93014208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405" y="1002423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72" name="svg-072 figure_1/axes_2/line2d_32">
            <a:extLst xmlns:a="http://schemas.openxmlformats.org/drawingml/2006/main">
              <a:ext uri="{FF2B5EF4-FFF2-40B4-BE49-F238E27FC236}">
                <a16:creationId xmlns:a16="http://schemas.microsoft.com/office/drawing/2014/main" id="{FDBFB17A-EE1F-4E4A-82ED-DFFB98D4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974" y="1900097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73" name="svg-073 figure_1/axes_2/LineCollection_6">
            <a:extLst xmlns:a="http://schemas.openxmlformats.org/drawingml/2006/main">
              <a:ext uri="{FF2B5EF4-FFF2-40B4-BE49-F238E27FC236}">
                <a16:creationId xmlns:a16="http://schemas.microsoft.com/office/drawing/2014/main" id="{A8342A77-A7E9-4066-B151-3A2E259D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790" y="796660"/>
            <a:ext cx="13" cy="350718"/>
          </a:xfrm>
          <a:custGeom xmlns:a="http://schemas.openxmlformats.org/drawingml/2006/main">
            <a:pathLst>
              <a:path w="13" h="350718">
                <a:moveTo>
                  <a:pt x="0" y="3507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D6970"/>
            </a:solidFill>
            <a:prstDash val="solid"/>
          </a:ln>
        </p:spPr>
      </p:sp>
      <p:sp>
        <p:nvSpPr>
          <p:cNvPr id="74" name="svg-074 figure_1/axes_2/LineCollection_6">
            <a:extLst xmlns:a="http://schemas.openxmlformats.org/drawingml/2006/main">
              <a:ext uri="{FF2B5EF4-FFF2-40B4-BE49-F238E27FC236}">
                <a16:creationId xmlns:a16="http://schemas.microsoft.com/office/drawing/2014/main" id="{A15E5D65-41A9-4C43-B103-6F5EEECB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360" y="1329812"/>
            <a:ext cx="13" cy="258969"/>
          </a:xfrm>
          <a:custGeom xmlns:a="http://schemas.openxmlformats.org/drawingml/2006/main">
            <a:pathLst>
              <a:path w="13" h="258969">
                <a:moveTo>
                  <a:pt x="0" y="2589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D6970"/>
            </a:solidFill>
            <a:prstDash val="solid"/>
          </a:ln>
        </p:spPr>
      </p:sp>
      <p:sp>
        <p:nvSpPr>
          <p:cNvPr id="75" name="svg-075 figure_1/axes_2/line2d_33">
            <a:extLst xmlns:a="http://schemas.openxmlformats.org/drawingml/2006/main">
              <a:ext uri="{FF2B5EF4-FFF2-40B4-BE49-F238E27FC236}">
                <a16:creationId xmlns:a16="http://schemas.microsoft.com/office/drawing/2014/main" id="{73562F24-D899-4B35-ABE0-5C3A351B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690" y="1147378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D6970"/>
          </a:solidFill>
          <a:ln xmlns:a="http://schemas.openxmlformats.org/drawingml/2006/main" w="12700">
            <a:solidFill>
              <a:srgbClr val="5D6970"/>
            </a:solidFill>
            <a:prstDash val="solid"/>
          </a:ln>
        </p:spPr>
      </p:sp>
      <p:sp>
        <p:nvSpPr>
          <p:cNvPr id="76" name="svg-076 figure_1/axes_2/line2d_33">
            <a:extLst xmlns:a="http://schemas.openxmlformats.org/drawingml/2006/main">
              <a:ext uri="{FF2B5EF4-FFF2-40B4-BE49-F238E27FC236}">
                <a16:creationId xmlns:a16="http://schemas.microsoft.com/office/drawing/2014/main" id="{395D540D-51E8-4C30-BD47-DA8CE2B3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260" y="1588781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D6970"/>
          </a:solidFill>
          <a:ln xmlns:a="http://schemas.openxmlformats.org/drawingml/2006/main" w="12700">
            <a:solidFill>
              <a:srgbClr val="5D6970"/>
            </a:solidFill>
            <a:prstDash val="solid"/>
          </a:ln>
        </p:spPr>
      </p:sp>
      <p:sp>
        <p:nvSpPr>
          <p:cNvPr id="77" name="svg-077 figure_1/axes_2/line2d_34">
            <a:extLst xmlns:a="http://schemas.openxmlformats.org/drawingml/2006/main">
              <a:ext uri="{FF2B5EF4-FFF2-40B4-BE49-F238E27FC236}">
                <a16:creationId xmlns:a16="http://schemas.microsoft.com/office/drawing/2014/main" id="{40467936-3246-436E-8BC4-D2A96CD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690" y="796660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D6970"/>
          </a:solidFill>
          <a:ln xmlns:a="http://schemas.openxmlformats.org/drawingml/2006/main" w="12700">
            <a:solidFill>
              <a:srgbClr val="5D6970"/>
            </a:solidFill>
            <a:prstDash val="solid"/>
          </a:ln>
        </p:spPr>
      </p:sp>
      <p:sp>
        <p:nvSpPr>
          <p:cNvPr id="78" name="svg-078 figure_1/axes_2/line2d_34">
            <a:extLst xmlns:a="http://schemas.openxmlformats.org/drawingml/2006/main">
              <a:ext uri="{FF2B5EF4-FFF2-40B4-BE49-F238E27FC236}">
                <a16:creationId xmlns:a16="http://schemas.microsoft.com/office/drawing/2014/main" id="{6FF5DE54-F814-4145-A3D0-9D698A10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260" y="1329812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D6970"/>
          </a:solidFill>
          <a:ln xmlns:a="http://schemas.openxmlformats.org/drawingml/2006/main" w="12700">
            <a:solidFill>
              <a:srgbClr val="5D6970"/>
            </a:solidFill>
            <a:prstDash val="solid"/>
          </a:ln>
        </p:spPr>
      </p:sp>
      <p:sp>
        <p:nvSpPr>
          <p:cNvPr id="79" name="svg-079 figure_1/axes_2/line2d_35">
            <a:extLst xmlns:a="http://schemas.openxmlformats.org/drawingml/2006/main">
              <a:ext uri="{FF2B5EF4-FFF2-40B4-BE49-F238E27FC236}">
                <a16:creationId xmlns:a16="http://schemas.microsoft.com/office/drawing/2014/main" id="{EFF47340-25F3-483C-8A86-8D516D0C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219" y="2396134"/>
            <a:ext cx="1988570" cy="13"/>
          </a:xfrm>
          <a:custGeom xmlns:a="http://schemas.openxmlformats.org/drawingml/2006/main">
            <a:pathLst>
              <a:path w="1988570" h="13">
                <a:moveTo>
                  <a:pt x="0" y="0"/>
                </a:moveTo>
                <a:lnTo>
                  <a:pt x="1988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80" name="svg-080 figure_1/axes_2/line2d_35">
            <a:extLst xmlns:a="http://schemas.openxmlformats.org/drawingml/2006/main">
              <a:ext uri="{FF2B5EF4-FFF2-40B4-BE49-F238E27FC236}">
                <a16:creationId xmlns:a16="http://schemas.microsoft.com/office/drawing/2014/main" id="{F63EBB34-E569-45BF-9302-5FD71A4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119" y="2358034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81" name="svg-081 figure_1/axes_2/line2d_35">
            <a:extLst xmlns:a="http://schemas.openxmlformats.org/drawingml/2006/main">
              <a:ext uri="{FF2B5EF4-FFF2-40B4-BE49-F238E27FC236}">
                <a16:creationId xmlns:a16="http://schemas.microsoft.com/office/drawing/2014/main" id="{A5B20517-1DF2-4E01-A653-C8112E35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689" y="2358034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82" name="svg-082 figure_1/axes_2/line2d_36">
            <a:extLst xmlns:a="http://schemas.openxmlformats.org/drawingml/2006/main">
              <a:ext uri="{FF2B5EF4-FFF2-40B4-BE49-F238E27FC236}">
                <a16:creationId xmlns:a16="http://schemas.microsoft.com/office/drawing/2014/main" id="{C0211C7A-E4BB-410D-8908-4D9D2982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05" y="1152450"/>
            <a:ext cx="1988570" cy="810616"/>
          </a:xfrm>
          <a:custGeom xmlns:a="http://schemas.openxmlformats.org/drawingml/2006/main">
            <a:pathLst>
              <a:path w="1988570" h="810616">
                <a:moveTo>
                  <a:pt x="0" y="0"/>
                </a:moveTo>
                <a:lnTo>
                  <a:pt x="1988570" y="8106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83" name="svg-083 figure_1/axes_2/line2d_36">
            <a:extLst xmlns:a="http://schemas.openxmlformats.org/drawingml/2006/main">
              <a:ext uri="{FF2B5EF4-FFF2-40B4-BE49-F238E27FC236}">
                <a16:creationId xmlns:a16="http://schemas.microsoft.com/office/drawing/2014/main" id="{65BB8A68-AB4F-45DE-92FA-2D4DA4C4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405" y="1114350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84" name="svg-084 figure_1/axes_2/line2d_36">
            <a:extLst xmlns:a="http://schemas.openxmlformats.org/drawingml/2006/main">
              <a:ext uri="{FF2B5EF4-FFF2-40B4-BE49-F238E27FC236}">
                <a16:creationId xmlns:a16="http://schemas.microsoft.com/office/drawing/2014/main" id="{637DE124-5CCB-4458-A0A1-E55A34E3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974" y="192496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85" name="svg-085 figure_1/axes_2/line2d_37">
            <a:extLst xmlns:a="http://schemas.openxmlformats.org/drawingml/2006/main">
              <a:ext uri="{FF2B5EF4-FFF2-40B4-BE49-F238E27FC236}">
                <a16:creationId xmlns:a16="http://schemas.microsoft.com/office/drawing/2014/main" id="{21DBCDA1-076E-42D2-88E0-6FA46B6D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790" y="971079"/>
            <a:ext cx="1988570" cy="491551"/>
          </a:xfrm>
          <a:custGeom xmlns:a="http://schemas.openxmlformats.org/drawingml/2006/main">
            <a:pathLst>
              <a:path w="1988570" h="491551">
                <a:moveTo>
                  <a:pt x="0" y="0"/>
                </a:moveTo>
                <a:lnTo>
                  <a:pt x="1988570" y="4915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D6970"/>
            </a:solidFill>
            <a:prstDash val="solid"/>
          </a:ln>
        </p:spPr>
      </p:sp>
      <p:sp>
        <p:nvSpPr>
          <p:cNvPr id="86" name="svg-086 figure_1/axes_2/line2d_37">
            <a:extLst xmlns:a="http://schemas.openxmlformats.org/drawingml/2006/main">
              <a:ext uri="{FF2B5EF4-FFF2-40B4-BE49-F238E27FC236}">
                <a16:creationId xmlns:a16="http://schemas.microsoft.com/office/drawing/2014/main" id="{694BC7C0-AB04-4DDC-8E69-70ECF6A1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690" y="932979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5D6970"/>
          </a:solidFill>
          <a:ln xmlns:a="http://schemas.openxmlformats.org/drawingml/2006/main" w="12700">
            <a:solidFill>
              <a:srgbClr val="5D6970"/>
            </a:solidFill>
            <a:prstDash val="solid"/>
          </a:ln>
        </p:spPr>
      </p:sp>
      <p:sp>
        <p:nvSpPr>
          <p:cNvPr id="87" name="svg-087 figure_1/axes_2/line2d_37">
            <a:extLst xmlns:a="http://schemas.openxmlformats.org/drawingml/2006/main">
              <a:ext uri="{FF2B5EF4-FFF2-40B4-BE49-F238E27FC236}">
                <a16:creationId xmlns:a16="http://schemas.microsoft.com/office/drawing/2014/main" id="{5A796124-48A0-47E8-AA5F-C10314E4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260" y="1424530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5D6970"/>
          </a:solidFill>
          <a:ln xmlns:a="http://schemas.openxmlformats.org/drawingml/2006/main" w="12700">
            <a:solidFill>
              <a:srgbClr val="5D6970"/>
            </a:solidFill>
            <a:prstDash val="solid"/>
          </a:ln>
        </p:spPr>
      </p:sp>
      <p:sp>
        <p:nvSpPr>
          <p:cNvPr id="88" name="svg-088 figure_1/axes_2/patch_6">
            <a:extLst xmlns:a="http://schemas.openxmlformats.org/drawingml/2006/main">
              <a:ext uri="{FF2B5EF4-FFF2-40B4-BE49-F238E27FC236}">
                <a16:creationId xmlns:a16="http://schemas.microsoft.com/office/drawing/2014/main" id="{13DFCC99-DA25-43BA-B4C7-F9D57857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62" y="210803"/>
            <a:ext cx="13" cy="2258175"/>
          </a:xfrm>
          <a:custGeom xmlns:a="http://schemas.openxmlformats.org/drawingml/2006/main">
            <a:pathLst>
              <a:path w="13" h="2258175">
                <a:moveTo>
                  <a:pt x="0" y="2258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9" name="svg-089 figure_1/axes_2/patch_7">
            <a:extLst xmlns:a="http://schemas.openxmlformats.org/drawingml/2006/main">
              <a:ext uri="{FF2B5EF4-FFF2-40B4-BE49-F238E27FC236}">
                <a16:creationId xmlns:a16="http://schemas.microsoft.com/office/drawing/2014/main" id="{31AEC3C1-8D54-451A-B823-12E14BC0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62" y="2468978"/>
            <a:ext cx="2982855" cy="13"/>
          </a:xfrm>
          <a:custGeom xmlns:a="http://schemas.openxmlformats.org/drawingml/2006/main">
            <a:pathLst>
              <a:path w="2982855" h="13">
                <a:moveTo>
                  <a:pt x="0" y="0"/>
                </a:moveTo>
                <a:lnTo>
                  <a:pt x="2982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0" name="svg-090 figure_1/axes_2/text_25">
            <a:extLst xmlns:a="http://schemas.openxmlformats.org/drawingml/2006/main">
              <a:ext uri="{FF2B5EF4-FFF2-40B4-BE49-F238E27FC236}">
                <a16:creationId xmlns:a16="http://schemas.microsoft.com/office/drawing/2014/main" id="{944504DB-B4D7-4D3C-94F3-E061B886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8740" y="15223"/>
            <a:ext cx="1808099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  After distinct recovery</a:t>
            </a:r>
          </a:p>
        </p:txBody>
      </p:sp>
      <p:sp>
        <p:nvSpPr>
          <p:cNvPr id="91" name="svg-091 figure_1/axes_2/legend_1/LineCollection_7">
            <a:extLst xmlns:a="http://schemas.openxmlformats.org/drawingml/2006/main">
              <a:ext uri="{FF2B5EF4-FFF2-40B4-BE49-F238E27FC236}">
                <a16:creationId xmlns:a16="http://schemas.microsoft.com/office/drawing/2014/main" id="{EBFB0B39-0B61-4CA1-BBCA-3F09889B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385" y="293083"/>
            <a:ext cx="13" cy="101600"/>
          </a:xfrm>
          <a:custGeom xmlns:a="http://schemas.openxmlformats.org/drawingml/2006/main">
            <a:pathLst>
              <a:path w="13"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92" name="svg-092 figure_1/axes_2/legend_1/line2d_38">
            <a:extLst xmlns:a="http://schemas.openxmlformats.org/drawingml/2006/main">
              <a:ext uri="{FF2B5EF4-FFF2-40B4-BE49-F238E27FC236}">
                <a16:creationId xmlns:a16="http://schemas.microsoft.com/office/drawing/2014/main" id="{2FAF33AC-7842-445B-AC97-D2B80E2A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85" y="394683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93" name="svg-093 figure_1/axes_2/legend_1/line2d_39">
            <a:extLst xmlns:a="http://schemas.openxmlformats.org/drawingml/2006/main">
              <a:ext uri="{FF2B5EF4-FFF2-40B4-BE49-F238E27FC236}">
                <a16:creationId xmlns:a16="http://schemas.microsoft.com/office/drawing/2014/main" id="{7CB181A8-DFCA-4E6E-BBD2-9AC1C3B8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85" y="293083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94" name="svg-094 figure_1/axes_2/legend_1/line2d_40">
            <a:extLst xmlns:a="http://schemas.openxmlformats.org/drawingml/2006/main">
              <a:ext uri="{FF2B5EF4-FFF2-40B4-BE49-F238E27FC236}">
                <a16:creationId xmlns:a16="http://schemas.microsoft.com/office/drawing/2014/main" id="{D5E294E9-45D1-486F-B1E2-BC6F35E9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85" y="343883"/>
            <a:ext cx="203200" cy="13"/>
          </a:xfrm>
          <a:custGeom xmlns:a="http://schemas.openxmlformats.org/drawingml/2006/main">
            <a:pathLst>
              <a:path w="203200" h="13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95" name="svg-095 figure_1/axes_2/legend_1/line2d_41">
            <a:extLst xmlns:a="http://schemas.openxmlformats.org/drawingml/2006/main">
              <a:ext uri="{FF2B5EF4-FFF2-40B4-BE49-F238E27FC236}">
                <a16:creationId xmlns:a16="http://schemas.microsoft.com/office/drawing/2014/main" id="{29C4B234-E57A-4659-9A2C-24FD04C0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85" y="305783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96" name="svg-096 figure_1/axes_2/legend_1/text_26">
            <a:extLst xmlns:a="http://schemas.openxmlformats.org/drawingml/2006/main">
              <a:ext uri="{FF2B5EF4-FFF2-40B4-BE49-F238E27FC236}">
                <a16:creationId xmlns:a16="http://schemas.microsoft.com/office/drawing/2014/main" id="{71975475-FD90-43E7-A361-EDF55C2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265" y="283939"/>
            <a:ext cx="29362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 min</a:t>
            </a:r>
          </a:p>
        </p:txBody>
      </p:sp>
      <p:sp>
        <p:nvSpPr>
          <p:cNvPr id="97" name="svg-097 figure_1/axes_2/legend_1/LineCollection_8">
            <a:extLst xmlns:a="http://schemas.openxmlformats.org/drawingml/2006/main">
              <a:ext uri="{FF2B5EF4-FFF2-40B4-BE49-F238E27FC236}">
                <a16:creationId xmlns:a16="http://schemas.microsoft.com/office/drawing/2014/main" id="{21A66747-78FB-48D0-AB47-2252B22E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385" y="442213"/>
            <a:ext cx="13" cy="101600"/>
          </a:xfrm>
          <a:custGeom xmlns:a="http://schemas.openxmlformats.org/drawingml/2006/main">
            <a:pathLst>
              <a:path w="13"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98" name="svg-098 figure_1/axes_2/legend_1/line2d_42">
            <a:extLst xmlns:a="http://schemas.openxmlformats.org/drawingml/2006/main">
              <a:ext uri="{FF2B5EF4-FFF2-40B4-BE49-F238E27FC236}">
                <a16:creationId xmlns:a16="http://schemas.microsoft.com/office/drawing/2014/main" id="{1C84CE2D-8710-40B9-AD35-9AAFB335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85" y="543813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99" name="svg-099 figure_1/axes_2/legend_1/line2d_43">
            <a:extLst xmlns:a="http://schemas.openxmlformats.org/drawingml/2006/main">
              <a:ext uri="{FF2B5EF4-FFF2-40B4-BE49-F238E27FC236}">
                <a16:creationId xmlns:a16="http://schemas.microsoft.com/office/drawing/2014/main" id="{7D044B05-E450-4B0D-8597-95052886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85" y="442213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00" name="svg-100 figure_1/axes_2/legend_1/line2d_44">
            <a:extLst xmlns:a="http://schemas.openxmlformats.org/drawingml/2006/main">
              <a:ext uri="{FF2B5EF4-FFF2-40B4-BE49-F238E27FC236}">
                <a16:creationId xmlns:a16="http://schemas.microsoft.com/office/drawing/2014/main" id="{F8FB8ED3-F5B3-41E2-8F1B-7F936E0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85" y="493013"/>
            <a:ext cx="203200" cy="13"/>
          </a:xfrm>
          <a:custGeom xmlns:a="http://schemas.openxmlformats.org/drawingml/2006/main">
            <a:pathLst>
              <a:path w="203200" h="13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101" name="svg-101 figure_1/axes_2/legend_1/line2d_45">
            <a:extLst xmlns:a="http://schemas.openxmlformats.org/drawingml/2006/main">
              <a:ext uri="{FF2B5EF4-FFF2-40B4-BE49-F238E27FC236}">
                <a16:creationId xmlns:a16="http://schemas.microsoft.com/office/drawing/2014/main" id="{A22E92DB-BE31-4D5E-A0FB-3D7F6C33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85" y="454913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02" name="svg-102 figure_1/axes_2/legend_1/text_27">
            <a:extLst xmlns:a="http://schemas.openxmlformats.org/drawingml/2006/main">
              <a:ext uri="{FF2B5EF4-FFF2-40B4-BE49-F238E27FC236}">
                <a16:creationId xmlns:a16="http://schemas.microsoft.com/office/drawing/2014/main" id="{D1F82849-94F3-4A32-B6DE-E8C0DDC3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265" y="433069"/>
            <a:ext cx="29362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 min</a:t>
            </a:r>
          </a:p>
        </p:txBody>
      </p:sp>
      <p:sp>
        <p:nvSpPr>
          <p:cNvPr id="103" name="svg-103 figure_1/axes_2/legend_1/LineCollection_9">
            <a:extLst xmlns:a="http://schemas.openxmlformats.org/drawingml/2006/main">
              <a:ext uri="{FF2B5EF4-FFF2-40B4-BE49-F238E27FC236}">
                <a16:creationId xmlns:a16="http://schemas.microsoft.com/office/drawing/2014/main" id="{A090DAFC-4D7C-4D56-ADA6-FBAFE89B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385" y="591343"/>
            <a:ext cx="13" cy="101600"/>
          </a:xfrm>
          <a:custGeom xmlns:a="http://schemas.openxmlformats.org/drawingml/2006/main">
            <a:pathLst>
              <a:path w="13"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D6970"/>
            </a:solidFill>
            <a:prstDash val="solid"/>
          </a:ln>
        </p:spPr>
      </p:sp>
      <p:sp>
        <p:nvSpPr>
          <p:cNvPr id="104" name="svg-104 figure_1/axes_2/legend_1/line2d_46">
            <a:extLst xmlns:a="http://schemas.openxmlformats.org/drawingml/2006/main">
              <a:ext uri="{FF2B5EF4-FFF2-40B4-BE49-F238E27FC236}">
                <a16:creationId xmlns:a16="http://schemas.microsoft.com/office/drawing/2014/main" id="{C6FBA301-BCD9-4A4C-AE9B-61181693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85" y="692943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D6970"/>
          </a:solidFill>
          <a:ln xmlns:a="http://schemas.openxmlformats.org/drawingml/2006/main" w="12700">
            <a:solidFill>
              <a:srgbClr val="5D6970"/>
            </a:solidFill>
            <a:prstDash val="solid"/>
          </a:ln>
        </p:spPr>
      </p:sp>
      <p:sp>
        <p:nvSpPr>
          <p:cNvPr id="105" name="svg-105 figure_1/axes_2/legend_1/line2d_47">
            <a:extLst xmlns:a="http://schemas.openxmlformats.org/drawingml/2006/main">
              <a:ext uri="{FF2B5EF4-FFF2-40B4-BE49-F238E27FC236}">
                <a16:creationId xmlns:a16="http://schemas.microsoft.com/office/drawing/2014/main" id="{E1A33E16-52FC-4089-9D8D-1D9A2AD7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85" y="591343"/>
            <a:ext cx="76200" cy="13"/>
          </a:xfrm>
          <a:custGeom xmlns:a="http://schemas.openxmlformats.org/drawingml/2006/main"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D6970"/>
          </a:solidFill>
          <a:ln xmlns:a="http://schemas.openxmlformats.org/drawingml/2006/main" w="12700">
            <a:solidFill>
              <a:srgbClr val="5D6970"/>
            </a:solidFill>
            <a:prstDash val="solid"/>
          </a:ln>
        </p:spPr>
      </p:sp>
      <p:sp>
        <p:nvSpPr>
          <p:cNvPr id="106" name="svg-106 figure_1/axes_2/legend_1/line2d_48">
            <a:extLst xmlns:a="http://schemas.openxmlformats.org/drawingml/2006/main">
              <a:ext uri="{FF2B5EF4-FFF2-40B4-BE49-F238E27FC236}">
                <a16:creationId xmlns:a16="http://schemas.microsoft.com/office/drawing/2014/main" id="{6180C6CF-B9E4-479F-8809-8E7CD2F1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85" y="642143"/>
            <a:ext cx="203200" cy="13"/>
          </a:xfrm>
          <a:custGeom xmlns:a="http://schemas.openxmlformats.org/drawingml/2006/main">
            <a:pathLst>
              <a:path w="203200" h="13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D6970"/>
            </a:solidFill>
            <a:prstDash val="solid"/>
          </a:ln>
        </p:spPr>
      </p:sp>
      <p:sp>
        <p:nvSpPr>
          <p:cNvPr id="107" name="svg-107 figure_1/axes_2/legend_1/line2d_49">
            <a:extLst xmlns:a="http://schemas.openxmlformats.org/drawingml/2006/main">
              <a:ext uri="{FF2B5EF4-FFF2-40B4-BE49-F238E27FC236}">
                <a16:creationId xmlns:a16="http://schemas.microsoft.com/office/drawing/2014/main" id="{566D17A7-8237-4D6B-8CDA-3F5E2DCE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85" y="604043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5D6970"/>
          </a:solidFill>
          <a:ln xmlns:a="http://schemas.openxmlformats.org/drawingml/2006/main" w="12700">
            <a:solidFill>
              <a:srgbClr val="5D6970"/>
            </a:solidFill>
            <a:prstDash val="solid"/>
          </a:ln>
        </p:spPr>
      </p:sp>
      <p:sp>
        <p:nvSpPr>
          <p:cNvPr id="108" name="svg-108 figure_1/axes_2/legend_1/text_28">
            <a:extLst xmlns:a="http://schemas.openxmlformats.org/drawingml/2006/main">
              <a:ext uri="{FF2B5EF4-FFF2-40B4-BE49-F238E27FC236}">
                <a16:creationId xmlns:a16="http://schemas.microsoft.com/office/drawing/2014/main" id="{9B57BC6C-AAF4-414A-8F2D-43A8181D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265" y="582199"/>
            <a:ext cx="29362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 min</a:t>
            </a:r>
          </a:p>
        </p:txBody>
      </p:sp>
      <p:sp>
        <p:nvSpPr>
          <p:cNvPr id="109" name="svg-109 figure_1/axes_3/patch_8">
            <a:extLst xmlns:a="http://schemas.openxmlformats.org/drawingml/2006/main">
              <a:ext uri="{FF2B5EF4-FFF2-40B4-BE49-F238E27FC236}">
                <a16:creationId xmlns:a16="http://schemas.microsoft.com/office/drawing/2014/main" id="{D8C8B14A-0DC8-4B98-BA2E-862A8B28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3078826"/>
            <a:ext cx="2982855" cy="2529156"/>
          </a:xfrm>
          <a:custGeom xmlns:a="http://schemas.openxmlformats.org/drawingml/2006/main">
            <a:pathLst>
              <a:path w="2982855" h="2529156">
                <a:moveTo>
                  <a:pt x="0" y="2529156"/>
                </a:moveTo>
                <a:lnTo>
                  <a:pt x="2982855" y="2529156"/>
                </a:lnTo>
                <a:lnTo>
                  <a:pt x="29828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0" name="svg-110 figure_1/axes_3/patch_9">
            <a:extLst xmlns:a="http://schemas.openxmlformats.org/drawingml/2006/main">
              <a:ext uri="{FF2B5EF4-FFF2-40B4-BE49-F238E27FC236}">
                <a16:creationId xmlns:a16="http://schemas.microsoft.com/office/drawing/2014/main" id="{DA757CB9-47E7-466F-99B6-A8FFC5A0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3413568"/>
            <a:ext cx="13" cy="371935"/>
          </a:xfrm>
          <a:custGeom xmlns:a="http://schemas.openxmlformats.org/drawingml/2006/main">
            <a:pathLst>
              <a:path w="13" h="371935">
                <a:moveTo>
                  <a:pt x="0" y="0"/>
                </a:moveTo>
                <a:lnTo>
                  <a:pt x="0" y="0"/>
                </a:lnTo>
                <a:lnTo>
                  <a:pt x="0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1" name="svg-111 figure_1/axes_3/patch_10">
            <a:extLst xmlns:a="http://schemas.openxmlformats.org/drawingml/2006/main">
              <a:ext uri="{FF2B5EF4-FFF2-40B4-BE49-F238E27FC236}">
                <a16:creationId xmlns:a16="http://schemas.microsoft.com/office/drawing/2014/main" id="{CBBC3735-92C2-4E1A-AE68-1F186BD2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4157437"/>
            <a:ext cx="354669" cy="371935"/>
          </a:xfrm>
          <a:custGeom xmlns:a="http://schemas.openxmlformats.org/drawingml/2006/main">
            <a:pathLst>
              <a:path w="354669" h="371935">
                <a:moveTo>
                  <a:pt x="0" y="0"/>
                </a:moveTo>
                <a:lnTo>
                  <a:pt x="354669" y="0"/>
                </a:lnTo>
                <a:lnTo>
                  <a:pt x="354669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2" name="svg-112 figure_1/axes_3/patch_11">
            <a:extLst xmlns:a="http://schemas.openxmlformats.org/drawingml/2006/main">
              <a:ext uri="{FF2B5EF4-FFF2-40B4-BE49-F238E27FC236}">
                <a16:creationId xmlns:a16="http://schemas.microsoft.com/office/drawing/2014/main" id="{8836496A-87F9-475A-AF1B-BB0812A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4901306"/>
            <a:ext cx="764508" cy="371935"/>
          </a:xfrm>
          <a:custGeom xmlns:a="http://schemas.openxmlformats.org/drawingml/2006/main">
            <a:pathLst>
              <a:path w="764508" h="371935">
                <a:moveTo>
                  <a:pt x="0" y="0"/>
                </a:moveTo>
                <a:lnTo>
                  <a:pt x="764508" y="0"/>
                </a:lnTo>
                <a:lnTo>
                  <a:pt x="764508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3" name="svg-113 figure_1/axes_3/patch_12">
            <a:extLst xmlns:a="http://schemas.openxmlformats.org/drawingml/2006/main">
              <a:ext uri="{FF2B5EF4-FFF2-40B4-BE49-F238E27FC236}">
                <a16:creationId xmlns:a16="http://schemas.microsoft.com/office/drawing/2014/main" id="{751D207A-C8C6-428D-8A1C-C62627D6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3413568"/>
            <a:ext cx="2543308" cy="371935"/>
          </a:xfrm>
          <a:custGeom xmlns:a="http://schemas.openxmlformats.org/drawingml/2006/main">
            <a:pathLst>
              <a:path w="2543308" h="371935">
                <a:moveTo>
                  <a:pt x="0" y="0"/>
                </a:moveTo>
                <a:lnTo>
                  <a:pt x="2543308" y="0"/>
                </a:lnTo>
                <a:lnTo>
                  <a:pt x="2543308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4" name="svg-114 figure_1/axes_3/patch_13">
            <a:extLst xmlns:a="http://schemas.openxmlformats.org/drawingml/2006/main">
              <a:ext uri="{FF2B5EF4-FFF2-40B4-BE49-F238E27FC236}">
                <a16:creationId xmlns:a16="http://schemas.microsoft.com/office/drawing/2014/main" id="{FBA55F60-5694-43B7-98D6-6A36636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8" y="4157437"/>
            <a:ext cx="1831950" cy="371935"/>
          </a:xfrm>
          <a:custGeom xmlns:a="http://schemas.openxmlformats.org/drawingml/2006/main">
            <a:pathLst>
              <a:path w="1831950" h="371935">
                <a:moveTo>
                  <a:pt x="0" y="0"/>
                </a:moveTo>
                <a:lnTo>
                  <a:pt x="1831950" y="0"/>
                </a:lnTo>
                <a:lnTo>
                  <a:pt x="1831950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5" name="svg-115 figure_1/axes_3/patch_14">
            <a:extLst xmlns:a="http://schemas.openxmlformats.org/drawingml/2006/main">
              <a:ext uri="{FF2B5EF4-FFF2-40B4-BE49-F238E27FC236}">
                <a16:creationId xmlns:a16="http://schemas.microsoft.com/office/drawing/2014/main" id="{FD301363-7090-45DD-AF8B-70A6F889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87" y="4901306"/>
            <a:ext cx="1428375" cy="371935"/>
          </a:xfrm>
          <a:custGeom xmlns:a="http://schemas.openxmlformats.org/drawingml/2006/main">
            <a:pathLst>
              <a:path w="1428375" h="371935">
                <a:moveTo>
                  <a:pt x="0" y="0"/>
                </a:moveTo>
                <a:lnTo>
                  <a:pt x="1428375" y="0"/>
                </a:lnTo>
                <a:lnTo>
                  <a:pt x="1428375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6" name="svg-116 figure_1/axes_3/patch_15">
            <a:extLst xmlns:a="http://schemas.openxmlformats.org/drawingml/2006/main">
              <a:ext uri="{FF2B5EF4-FFF2-40B4-BE49-F238E27FC236}">
                <a16:creationId xmlns:a16="http://schemas.microsoft.com/office/drawing/2014/main" id="{146718F2-A33C-49D3-B77B-1266B67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887" y="3413568"/>
            <a:ext cx="403170" cy="371935"/>
          </a:xfrm>
          <a:custGeom xmlns:a="http://schemas.openxmlformats.org/drawingml/2006/main">
            <a:pathLst>
              <a:path w="403170" h="371935">
                <a:moveTo>
                  <a:pt x="0" y="0"/>
                </a:moveTo>
                <a:lnTo>
                  <a:pt x="403170" y="0"/>
                </a:lnTo>
                <a:lnTo>
                  <a:pt x="403170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A89034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7" name="svg-117 figure_1/axes_3/patch_16">
            <a:extLst xmlns:a="http://schemas.openxmlformats.org/drawingml/2006/main">
              <a:ext uri="{FF2B5EF4-FFF2-40B4-BE49-F238E27FC236}">
                <a16:creationId xmlns:a16="http://schemas.microsoft.com/office/drawing/2014/main" id="{872E486B-044F-49F4-954D-342CBF07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198" y="4157437"/>
            <a:ext cx="722473" cy="371935"/>
          </a:xfrm>
          <a:custGeom xmlns:a="http://schemas.openxmlformats.org/drawingml/2006/main">
            <a:pathLst>
              <a:path w="722473" h="371935">
                <a:moveTo>
                  <a:pt x="0" y="0"/>
                </a:moveTo>
                <a:lnTo>
                  <a:pt x="722473" y="0"/>
                </a:lnTo>
                <a:lnTo>
                  <a:pt x="722473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A89034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8" name="svg-118 figure_1/axes_3/patch_17">
            <a:extLst xmlns:a="http://schemas.openxmlformats.org/drawingml/2006/main">
              <a:ext uri="{FF2B5EF4-FFF2-40B4-BE49-F238E27FC236}">
                <a16:creationId xmlns:a16="http://schemas.microsoft.com/office/drawing/2014/main" id="{E822A3EF-6E0B-480B-A7E4-33CB8E16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463" y="4901306"/>
            <a:ext cx="714188" cy="371935"/>
          </a:xfrm>
          <a:custGeom xmlns:a="http://schemas.openxmlformats.org/drawingml/2006/main">
            <a:pathLst>
              <a:path w="714188" h="371935">
                <a:moveTo>
                  <a:pt x="0" y="0"/>
                </a:moveTo>
                <a:lnTo>
                  <a:pt x="714188" y="0"/>
                </a:lnTo>
                <a:lnTo>
                  <a:pt x="714188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A89034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9" name="svg-119 figure_1/axes_3/patch_18">
            <a:extLst xmlns:a="http://schemas.openxmlformats.org/drawingml/2006/main">
              <a:ext uri="{FF2B5EF4-FFF2-40B4-BE49-F238E27FC236}">
                <a16:creationId xmlns:a16="http://schemas.microsoft.com/office/drawing/2014/main" id="{80D04162-88F6-49E4-874E-D8656AE5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058" y="3413568"/>
            <a:ext cx="36376" cy="371935"/>
          </a:xfrm>
          <a:custGeom xmlns:a="http://schemas.openxmlformats.org/drawingml/2006/main">
            <a:pathLst>
              <a:path w="36376" h="371935">
                <a:moveTo>
                  <a:pt x="0" y="0"/>
                </a:moveTo>
                <a:lnTo>
                  <a:pt x="36376" y="0"/>
                </a:lnTo>
                <a:lnTo>
                  <a:pt x="36376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B9BF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0" name="svg-120 figure_1/axes_3/patch_19">
            <a:extLst xmlns:a="http://schemas.openxmlformats.org/drawingml/2006/main">
              <a:ext uri="{FF2B5EF4-FFF2-40B4-BE49-F238E27FC236}">
                <a16:creationId xmlns:a16="http://schemas.microsoft.com/office/drawing/2014/main" id="{7123A09F-3310-4BA5-AD22-60410AD1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671" y="4157437"/>
            <a:ext cx="73763" cy="371935"/>
          </a:xfrm>
          <a:custGeom xmlns:a="http://schemas.openxmlformats.org/drawingml/2006/main">
            <a:pathLst>
              <a:path w="73763" h="371935">
                <a:moveTo>
                  <a:pt x="0" y="0"/>
                </a:moveTo>
                <a:lnTo>
                  <a:pt x="73763" y="0"/>
                </a:lnTo>
                <a:lnTo>
                  <a:pt x="73763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B9BF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1" name="svg-121 figure_1/axes_3/patch_20">
            <a:extLst xmlns:a="http://schemas.openxmlformats.org/drawingml/2006/main">
              <a:ext uri="{FF2B5EF4-FFF2-40B4-BE49-F238E27FC236}">
                <a16:creationId xmlns:a16="http://schemas.microsoft.com/office/drawing/2014/main" id="{B3BD3CAE-A3E5-4CA8-A2BB-F89D409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650" y="4901306"/>
            <a:ext cx="75784" cy="371935"/>
          </a:xfrm>
          <a:custGeom xmlns:a="http://schemas.openxmlformats.org/drawingml/2006/main">
            <a:pathLst>
              <a:path w="75784" h="371935">
                <a:moveTo>
                  <a:pt x="0" y="0"/>
                </a:moveTo>
                <a:lnTo>
                  <a:pt x="75784" y="0"/>
                </a:lnTo>
                <a:lnTo>
                  <a:pt x="75784" y="371935"/>
                </a:lnTo>
                <a:lnTo>
                  <a:pt x="0" y="371935"/>
                </a:lnTo>
                <a:close/>
              </a:path>
            </a:pathLst>
          </a:custGeom>
          <a:solidFill xmlns:a="http://schemas.openxmlformats.org/drawingml/2006/main">
            <a:srgbClr val="B9BF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2" name="svg-122 figure_1/axes_3/matplotlib.axis_5/xtick_6/line2d_50">
            <a:extLst xmlns:a="http://schemas.openxmlformats.org/drawingml/2006/main">
              <a:ext uri="{FF2B5EF4-FFF2-40B4-BE49-F238E27FC236}">
                <a16:creationId xmlns:a16="http://schemas.microsoft.com/office/drawing/2014/main" id="{78352113-443A-4B00-9A4D-0D22A9E2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3" name="svg-123 figure_1/axes_3/matplotlib.axis_5/xtick_6/text_29">
            <a:extLst xmlns:a="http://schemas.openxmlformats.org/drawingml/2006/main">
              <a:ext uri="{FF2B5EF4-FFF2-40B4-BE49-F238E27FC236}">
                <a16:creationId xmlns:a16="http://schemas.microsoft.com/office/drawing/2014/main" id="{C331E4C2-4093-4936-90F1-248B3586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654" y="5676290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124" name="svg-124 figure_1/axes_3/matplotlib.axis_5/xtick_7/line2d_51">
            <a:extLst xmlns:a="http://schemas.openxmlformats.org/drawingml/2006/main">
              <a:ext uri="{FF2B5EF4-FFF2-40B4-BE49-F238E27FC236}">
                <a16:creationId xmlns:a16="http://schemas.microsoft.com/office/drawing/2014/main" id="{235B34DA-EE9C-46DF-BC4C-8DC9FF42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50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5" name="svg-125 figure_1/axes_3/matplotlib.axis_5/xtick_7/text_30">
            <a:extLst xmlns:a="http://schemas.openxmlformats.org/drawingml/2006/main">
              <a:ext uri="{FF2B5EF4-FFF2-40B4-BE49-F238E27FC236}">
                <a16:creationId xmlns:a16="http://schemas.microsoft.com/office/drawing/2014/main" id="{B959E76F-5A6C-4FF1-9AF0-624579C1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903" y="567629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26" name="svg-126 figure_1/axes_3/matplotlib.axis_5/xtick_8/line2d_52">
            <a:extLst xmlns:a="http://schemas.openxmlformats.org/drawingml/2006/main">
              <a:ext uri="{FF2B5EF4-FFF2-40B4-BE49-F238E27FC236}">
                <a16:creationId xmlns:a16="http://schemas.microsoft.com/office/drawing/2014/main" id="{0EE4381B-99BA-46E7-8619-0D05AC1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21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7" name="svg-127 figure_1/axes_3/matplotlib.axis_5/xtick_8/text_31">
            <a:extLst xmlns:a="http://schemas.openxmlformats.org/drawingml/2006/main">
              <a:ext uri="{FF2B5EF4-FFF2-40B4-BE49-F238E27FC236}">
                <a16:creationId xmlns:a16="http://schemas.microsoft.com/office/drawing/2014/main" id="{8B3AB1AC-94EE-4C78-844F-F55698E1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474" y="567629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28" name="svg-128 figure_1/axes_3/matplotlib.axis_5/xtick_9/line2d_53">
            <a:extLst xmlns:a="http://schemas.openxmlformats.org/drawingml/2006/main">
              <a:ext uri="{FF2B5EF4-FFF2-40B4-BE49-F238E27FC236}">
                <a16:creationId xmlns:a16="http://schemas.microsoft.com/office/drawing/2014/main" id="{20DC853F-580C-40C2-B9C0-FBD8D63E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292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9" name="svg-129 figure_1/axes_3/matplotlib.axis_5/xtick_9/text_32">
            <a:extLst xmlns:a="http://schemas.openxmlformats.org/drawingml/2006/main">
              <a:ext uri="{FF2B5EF4-FFF2-40B4-BE49-F238E27FC236}">
                <a16:creationId xmlns:a16="http://schemas.microsoft.com/office/drawing/2014/main" id="{BF2AFD21-9196-4CAF-BCFB-D6289444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6045" y="567629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130" name="svg-130 figure_1/axes_3/matplotlib.axis_5/xtick_10/line2d_54">
            <a:extLst xmlns:a="http://schemas.openxmlformats.org/drawingml/2006/main">
              <a:ext uri="{FF2B5EF4-FFF2-40B4-BE49-F238E27FC236}">
                <a16:creationId xmlns:a16="http://schemas.microsoft.com/office/drawing/2014/main" id="{5C582C12-7718-4941-94C6-841BD005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863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1" name="svg-131 figure_1/axes_3/matplotlib.axis_5/xtick_10/text_33">
            <a:extLst xmlns:a="http://schemas.openxmlformats.org/drawingml/2006/main">
              <a:ext uri="{FF2B5EF4-FFF2-40B4-BE49-F238E27FC236}">
                <a16:creationId xmlns:a16="http://schemas.microsoft.com/office/drawing/2014/main" id="{6C7799F0-42EE-4F07-A2CC-757613D7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616" y="567629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80</a:t>
            </a:r>
          </a:p>
        </p:txBody>
      </p:sp>
      <p:sp>
        <p:nvSpPr>
          <p:cNvPr id="132" name="svg-132 figure_1/axes_3/matplotlib.axis_5/xtick_11/line2d_55">
            <a:extLst xmlns:a="http://schemas.openxmlformats.org/drawingml/2006/main">
              <a:ext uri="{FF2B5EF4-FFF2-40B4-BE49-F238E27FC236}">
                <a16:creationId xmlns:a16="http://schemas.microsoft.com/office/drawing/2014/main" id="{5EC26C99-A662-472C-AC08-D824CEC5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434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3" name="svg-133 figure_1/axes_3/matplotlib.axis_5/xtick_11/text_34">
            <a:extLst xmlns:a="http://schemas.openxmlformats.org/drawingml/2006/main">
              <a:ext uri="{FF2B5EF4-FFF2-40B4-BE49-F238E27FC236}">
                <a16:creationId xmlns:a16="http://schemas.microsoft.com/office/drawing/2014/main" id="{34AC1AAD-5864-4665-8FA7-6513A45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2801" y="5676290"/>
            <a:ext cx="223266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100</a:t>
            </a:r>
          </a:p>
        </p:txBody>
      </p:sp>
      <p:sp>
        <p:nvSpPr>
          <p:cNvPr id="134" name="svg-134 figure_1/axes_3/matplotlib.axis_5/text_35">
            <a:extLst xmlns:a="http://schemas.openxmlformats.org/drawingml/2006/main">
              <a:ext uri="{FF2B5EF4-FFF2-40B4-BE49-F238E27FC236}">
                <a16:creationId xmlns:a16="http://schemas.microsoft.com/office/drawing/2014/main" id="{B05A0F14-3E1F-4D2F-A70E-1642FEF0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448" y="5837711"/>
            <a:ext cx="208711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164 recoveries, phase-averaged (%)</a:t>
            </a:r>
          </a:p>
        </p:txBody>
      </p:sp>
      <p:sp>
        <p:nvSpPr>
          <p:cNvPr id="135" name="svg-135 figure_1/axes_3/matplotlib.axis_6/ytick_15/line2d_56">
            <a:extLst xmlns:a="http://schemas.openxmlformats.org/drawingml/2006/main">
              <a:ext uri="{FF2B5EF4-FFF2-40B4-BE49-F238E27FC236}">
                <a16:creationId xmlns:a16="http://schemas.microsoft.com/office/drawing/2014/main" id="{5CB8FA69-FE71-4C8D-8FE7-BA2A2275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3599535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6" name="svg-136 figure_1/axes_3/matplotlib.axis_6/ytick_15/text_36">
            <a:extLst xmlns:a="http://schemas.openxmlformats.org/drawingml/2006/main">
              <a:ext uri="{FF2B5EF4-FFF2-40B4-BE49-F238E27FC236}">
                <a16:creationId xmlns:a16="http://schemas.microsoft.com/office/drawing/2014/main" id="{DD293F75-C19F-471B-A654-DE62B11F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87" y="3535518"/>
            <a:ext cx="32969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 min</a:t>
            </a:r>
          </a:p>
        </p:txBody>
      </p:sp>
      <p:sp>
        <p:nvSpPr>
          <p:cNvPr id="137" name="svg-137 figure_1/axes_3/matplotlib.axis_6/ytick_16/line2d_57">
            <a:extLst xmlns:a="http://schemas.openxmlformats.org/drawingml/2006/main">
              <a:ext uri="{FF2B5EF4-FFF2-40B4-BE49-F238E27FC236}">
                <a16:creationId xmlns:a16="http://schemas.microsoft.com/office/drawing/2014/main" id="{AD162EAB-AB99-46CF-A9E5-57326367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4343404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8" name="svg-138 figure_1/axes_3/matplotlib.axis_6/ytick_16/text_37">
            <a:extLst xmlns:a="http://schemas.openxmlformats.org/drawingml/2006/main">
              <a:ext uri="{FF2B5EF4-FFF2-40B4-BE49-F238E27FC236}">
                <a16:creationId xmlns:a16="http://schemas.microsoft.com/office/drawing/2014/main" id="{71E83AFE-9621-44D0-BEA4-5BD149FC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87" y="4279387"/>
            <a:ext cx="32969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 min</a:t>
            </a:r>
          </a:p>
        </p:txBody>
      </p:sp>
      <p:sp>
        <p:nvSpPr>
          <p:cNvPr id="139" name="svg-139 figure_1/axes_3/matplotlib.axis_6/ytick_17/line2d_58">
            <a:extLst xmlns:a="http://schemas.openxmlformats.org/drawingml/2006/main">
              <a:ext uri="{FF2B5EF4-FFF2-40B4-BE49-F238E27FC236}">
                <a16:creationId xmlns:a16="http://schemas.microsoft.com/office/drawing/2014/main" id="{0C6B6668-A16C-4480-BA02-8CB972D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9" y="5087274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0" name="svg-140 figure_1/axes_3/matplotlib.axis_6/ytick_17/text_38">
            <a:extLst xmlns:a="http://schemas.openxmlformats.org/drawingml/2006/main">
              <a:ext uri="{FF2B5EF4-FFF2-40B4-BE49-F238E27FC236}">
                <a16:creationId xmlns:a16="http://schemas.microsoft.com/office/drawing/2014/main" id="{A9710235-7306-46F9-A309-4A855A52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87" y="5023257"/>
            <a:ext cx="32969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 min</a:t>
            </a:r>
          </a:p>
        </p:txBody>
      </p:sp>
      <p:sp>
        <p:nvSpPr>
          <p:cNvPr id="141" name="svg-141 figure_1/axes_3/patch_21">
            <a:extLst xmlns:a="http://schemas.openxmlformats.org/drawingml/2006/main">
              <a:ext uri="{FF2B5EF4-FFF2-40B4-BE49-F238E27FC236}">
                <a16:creationId xmlns:a16="http://schemas.microsoft.com/office/drawing/2014/main" id="{80ABFD71-2B37-415E-94D7-2FBEBF7E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3078826"/>
            <a:ext cx="13" cy="2529156"/>
          </a:xfrm>
          <a:custGeom xmlns:a="http://schemas.openxmlformats.org/drawingml/2006/main">
            <a:pathLst>
              <a:path w="13" h="2529156">
                <a:moveTo>
                  <a:pt x="0" y="2529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2" name="svg-142 figure_1/axes_3/patch_22">
            <a:extLst xmlns:a="http://schemas.openxmlformats.org/drawingml/2006/main">
              <a:ext uri="{FF2B5EF4-FFF2-40B4-BE49-F238E27FC236}">
                <a16:creationId xmlns:a16="http://schemas.microsoft.com/office/drawing/2014/main" id="{0865CF60-43A2-459F-9FF0-422022F4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79" y="5607982"/>
            <a:ext cx="2982855" cy="13"/>
          </a:xfrm>
          <a:custGeom xmlns:a="http://schemas.openxmlformats.org/drawingml/2006/main">
            <a:pathLst>
              <a:path w="2982855" h="13">
                <a:moveTo>
                  <a:pt x="0" y="0"/>
                </a:moveTo>
                <a:lnTo>
                  <a:pt x="2982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3" name="svg-143 figure_1/axes_3/text_39">
            <a:extLst xmlns:a="http://schemas.openxmlformats.org/drawingml/2006/main">
              <a:ext uri="{FF2B5EF4-FFF2-40B4-BE49-F238E27FC236}">
                <a16:creationId xmlns:a16="http://schemas.microsoft.com/office/drawing/2014/main" id="{E114E41E-2F68-49B7-B930-E265EC20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80" y="4275936"/>
            <a:ext cx="2312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11.9</a:t>
            </a:r>
          </a:p>
        </p:txBody>
      </p:sp>
      <p:sp>
        <p:nvSpPr>
          <p:cNvPr id="144" name="svg-144 figure_1/axes_3/text_40">
            <a:extLst xmlns:a="http://schemas.openxmlformats.org/drawingml/2006/main">
              <a:ext uri="{FF2B5EF4-FFF2-40B4-BE49-F238E27FC236}">
                <a16:creationId xmlns:a16="http://schemas.microsoft.com/office/drawing/2014/main" id="{C170C4C0-34E4-4DA6-AD45-14E1A12B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200" y="5019805"/>
            <a:ext cx="2312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25.6</a:t>
            </a:r>
          </a:p>
        </p:txBody>
      </p:sp>
      <p:sp>
        <p:nvSpPr>
          <p:cNvPr id="145" name="svg-145 figure_1/axes_3/text_41">
            <a:extLst xmlns:a="http://schemas.openxmlformats.org/drawingml/2006/main">
              <a:ext uri="{FF2B5EF4-FFF2-40B4-BE49-F238E27FC236}">
                <a16:creationId xmlns:a16="http://schemas.microsoft.com/office/drawing/2014/main" id="{3CF72355-B6B3-41A9-92B3-AD0F58F0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600" y="3532066"/>
            <a:ext cx="2312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85.3</a:t>
            </a:r>
          </a:p>
        </p:txBody>
      </p:sp>
      <p:sp>
        <p:nvSpPr>
          <p:cNvPr id="146" name="svg-146 figure_1/axes_3/text_42">
            <a:extLst xmlns:a="http://schemas.openxmlformats.org/drawingml/2006/main">
              <a:ext uri="{FF2B5EF4-FFF2-40B4-BE49-F238E27FC236}">
                <a16:creationId xmlns:a16="http://schemas.microsoft.com/office/drawing/2014/main" id="{D3D21647-76C8-4212-A523-620D2002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6589" y="4275936"/>
            <a:ext cx="2312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61.4</a:t>
            </a:r>
          </a:p>
        </p:txBody>
      </p:sp>
      <p:sp>
        <p:nvSpPr>
          <p:cNvPr id="147" name="svg-147 figure_1/axes_3/text_43">
            <a:extLst xmlns:a="http://schemas.openxmlformats.org/drawingml/2006/main">
              <a:ext uri="{FF2B5EF4-FFF2-40B4-BE49-F238E27FC236}">
                <a16:creationId xmlns:a16="http://schemas.microsoft.com/office/drawing/2014/main" id="{1FF2648E-DF11-4228-895F-16A91531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4642" y="5019805"/>
            <a:ext cx="2312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47.9</a:t>
            </a:r>
          </a:p>
        </p:txBody>
      </p:sp>
      <p:sp>
        <p:nvSpPr>
          <p:cNvPr id="148" name="svg-148 figure_1/axes_3/text_44">
            <a:extLst xmlns:a="http://schemas.openxmlformats.org/drawingml/2006/main">
              <a:ext uri="{FF2B5EF4-FFF2-40B4-BE49-F238E27FC236}">
                <a16:creationId xmlns:a16="http://schemas.microsoft.com/office/drawing/2014/main" id="{6C8F9EE5-75FC-493E-8F04-D4AA3008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0839" y="3532066"/>
            <a:ext cx="2312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13.5</a:t>
            </a:r>
          </a:p>
        </p:txBody>
      </p:sp>
      <p:sp>
        <p:nvSpPr>
          <p:cNvPr id="149" name="svg-149 figure_1/axes_3/text_45">
            <a:extLst xmlns:a="http://schemas.openxmlformats.org/drawingml/2006/main">
              <a:ext uri="{FF2B5EF4-FFF2-40B4-BE49-F238E27FC236}">
                <a16:creationId xmlns:a16="http://schemas.microsoft.com/office/drawing/2014/main" id="{90108290-BF36-4F13-AA7D-C83EC767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3801" y="4275936"/>
            <a:ext cx="2312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24.2</a:t>
            </a:r>
          </a:p>
        </p:txBody>
      </p:sp>
      <p:sp>
        <p:nvSpPr>
          <p:cNvPr id="150" name="svg-150 figure_1/axes_3/text_46">
            <a:extLst xmlns:a="http://schemas.openxmlformats.org/drawingml/2006/main">
              <a:ext uri="{FF2B5EF4-FFF2-40B4-BE49-F238E27FC236}">
                <a16:creationId xmlns:a16="http://schemas.microsoft.com/office/drawing/2014/main" id="{0D6F974B-DDE5-479B-A862-79A6DADD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5923" y="5019805"/>
            <a:ext cx="2312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23.9</a:t>
            </a:r>
          </a:p>
        </p:txBody>
      </p:sp>
      <p:sp>
        <p:nvSpPr>
          <p:cNvPr id="151" name="svg-151 figure_1/axes_3/text_47">
            <a:extLst xmlns:a="http://schemas.openxmlformats.org/drawingml/2006/main">
              <a:ext uri="{FF2B5EF4-FFF2-40B4-BE49-F238E27FC236}">
                <a16:creationId xmlns:a16="http://schemas.microsoft.com/office/drawing/2014/main" id="{14FC8962-7EEF-48FA-B965-C51EE641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391" y="2883246"/>
            <a:ext cx="1983232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  First transitions by 120 s</a:t>
            </a:r>
          </a:p>
        </p:txBody>
      </p:sp>
      <p:sp>
        <p:nvSpPr>
          <p:cNvPr id="152" name="svg-152 figure_1/axes_3/legend_2/patch_23">
            <a:extLst xmlns:a="http://schemas.openxmlformats.org/drawingml/2006/main">
              <a:ext uri="{FF2B5EF4-FFF2-40B4-BE49-F238E27FC236}">
                <a16:creationId xmlns:a16="http://schemas.microsoft.com/office/drawing/2014/main" id="{ABCD12D6-D0D5-404C-AFA5-05B95C3C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65" y="6281113"/>
            <a:ext cx="114300" cy="66675"/>
          </a:xfrm>
          <a:custGeom xmlns:a="http://schemas.openxmlformats.org/drawingml/2006/main">
            <a:pathLst>
              <a:path w="114300" h="66675">
                <a:moveTo>
                  <a:pt x="0" y="66675"/>
                </a:moveTo>
                <a:lnTo>
                  <a:pt x="114300" y="66675"/>
                </a:ln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53" name="svg-153 figure_1/axes_3/legend_2/text_48">
            <a:extLst xmlns:a="http://schemas.openxmlformats.org/drawingml/2006/main">
              <a:ext uri="{FF2B5EF4-FFF2-40B4-BE49-F238E27FC236}">
                <a16:creationId xmlns:a16="http://schemas.microsoft.com/office/drawing/2014/main" id="{206DFA82-9C75-4F2D-A404-2DCA5FAB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465" y="6258253"/>
            <a:ext cx="669163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Persistent low</a:t>
            </a:r>
          </a:p>
        </p:txBody>
      </p:sp>
      <p:sp>
        <p:nvSpPr>
          <p:cNvPr id="154" name="svg-154 figure_1/axes_3/legend_2/patch_24">
            <a:extLst xmlns:a="http://schemas.openxmlformats.org/drawingml/2006/main">
              <a:ext uri="{FF2B5EF4-FFF2-40B4-BE49-F238E27FC236}">
                <a16:creationId xmlns:a16="http://schemas.microsoft.com/office/drawing/2014/main" id="{3CE26C9C-0748-4354-84CF-267C4526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65" y="6420922"/>
            <a:ext cx="114300" cy="66675"/>
          </a:xfrm>
          <a:custGeom xmlns:a="http://schemas.openxmlformats.org/drawingml/2006/main">
            <a:pathLst>
              <a:path w="114300" h="66675">
                <a:moveTo>
                  <a:pt x="0" y="66675"/>
                </a:moveTo>
                <a:lnTo>
                  <a:pt x="114300" y="66675"/>
                </a:ln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55" name="svg-155 figure_1/axes_3/legend_2/text_49">
            <a:extLst xmlns:a="http://schemas.openxmlformats.org/drawingml/2006/main">
              <a:ext uri="{FF2B5EF4-FFF2-40B4-BE49-F238E27FC236}">
                <a16:creationId xmlns:a16="http://schemas.microsoft.com/office/drawing/2014/main" id="{BBFA33F7-77D4-4C7B-AC16-30647A91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465" y="6398062"/>
            <a:ext cx="73837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Display cleared</a:t>
            </a:r>
          </a:p>
        </p:txBody>
      </p:sp>
      <p:sp>
        <p:nvSpPr>
          <p:cNvPr id="156" name="svg-156 figure_1/axes_3/legend_2/patch_25">
            <a:extLst xmlns:a="http://schemas.openxmlformats.org/drawingml/2006/main">
              <a:ext uri="{FF2B5EF4-FFF2-40B4-BE49-F238E27FC236}">
                <a16:creationId xmlns:a16="http://schemas.microsoft.com/office/drawing/2014/main" id="{B9547F75-F419-41B5-AB0C-DF5A61A8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466" y="6281113"/>
            <a:ext cx="114300" cy="66675"/>
          </a:xfrm>
          <a:custGeom xmlns:a="http://schemas.openxmlformats.org/drawingml/2006/main">
            <a:pathLst>
              <a:path w="114300" h="66675">
                <a:moveTo>
                  <a:pt x="0" y="66675"/>
                </a:moveTo>
                <a:lnTo>
                  <a:pt x="114300" y="66675"/>
                </a:ln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89034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57" name="svg-157 figure_1/axes_3/legend_2/text_50">
            <a:extLst xmlns:a="http://schemas.openxmlformats.org/drawingml/2006/main">
              <a:ext uri="{FF2B5EF4-FFF2-40B4-BE49-F238E27FC236}">
                <a16:creationId xmlns:a16="http://schemas.microsoft.com/office/drawing/2014/main" id="{6C180E55-DD37-40A2-A26D-617AA437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5966" y="6258253"/>
            <a:ext cx="759206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Recurrence first</a:t>
            </a:r>
          </a:p>
        </p:txBody>
      </p:sp>
      <p:sp>
        <p:nvSpPr>
          <p:cNvPr id="158" name="svg-158 figure_1/axes_3/legend_2/patch_26">
            <a:extLst xmlns:a="http://schemas.openxmlformats.org/drawingml/2006/main">
              <a:ext uri="{FF2B5EF4-FFF2-40B4-BE49-F238E27FC236}">
                <a16:creationId xmlns:a16="http://schemas.microsoft.com/office/drawing/2014/main" id="{AF31F917-7DC7-4F52-87EE-9351F1B6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466" y="6420922"/>
            <a:ext cx="114300" cy="66675"/>
          </a:xfrm>
          <a:custGeom xmlns:a="http://schemas.openxmlformats.org/drawingml/2006/main">
            <a:pathLst>
              <a:path w="114300" h="66675">
                <a:moveTo>
                  <a:pt x="0" y="66675"/>
                </a:moveTo>
                <a:lnTo>
                  <a:pt x="114300" y="66675"/>
                </a:ln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9BF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59" name="svg-159 figure_1/axes_3/legend_2/text_51">
            <a:extLst xmlns:a="http://schemas.openxmlformats.org/drawingml/2006/main">
              <a:ext uri="{FF2B5EF4-FFF2-40B4-BE49-F238E27FC236}">
                <a16:creationId xmlns:a16="http://schemas.microsoft.com/office/drawing/2014/main" id="{31827A94-C5DA-4201-9FBF-B647219C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5966" y="6398062"/>
            <a:ext cx="447294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Unknown</a:t>
            </a:r>
          </a:p>
        </p:txBody>
      </p:sp>
      <p:sp>
        <p:nvSpPr>
          <p:cNvPr id="160" name="svg-160 figure_1/axes_4/patch_27">
            <a:extLst xmlns:a="http://schemas.openxmlformats.org/drawingml/2006/main">
              <a:ext uri="{FF2B5EF4-FFF2-40B4-BE49-F238E27FC236}">
                <a16:creationId xmlns:a16="http://schemas.microsoft.com/office/drawing/2014/main" id="{F68C8798-CA0C-47EF-928B-E2AC840F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62" y="3078826"/>
            <a:ext cx="2982855" cy="2529156"/>
          </a:xfrm>
          <a:custGeom xmlns:a="http://schemas.openxmlformats.org/drawingml/2006/main">
            <a:pathLst>
              <a:path w="2982855" h="2529156">
                <a:moveTo>
                  <a:pt x="0" y="2529156"/>
                </a:moveTo>
                <a:lnTo>
                  <a:pt x="2982855" y="2529156"/>
                </a:lnTo>
                <a:lnTo>
                  <a:pt x="29828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61" name="svg-161 figure_1/axes_4/matplotlib.axis_7/xtick_12/line2d_59">
            <a:extLst xmlns:a="http://schemas.openxmlformats.org/drawingml/2006/main">
              <a:ext uri="{FF2B5EF4-FFF2-40B4-BE49-F238E27FC236}">
                <a16:creationId xmlns:a16="http://schemas.microsoft.com/office/drawing/2014/main" id="{682612CD-DF2C-47E3-BB61-D9D3A8E0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62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2" name="svg-162 figure_1/axes_4/matplotlib.axis_7/xtick_12/text_52">
            <a:extLst xmlns:a="http://schemas.openxmlformats.org/drawingml/2006/main">
              <a:ext uri="{FF2B5EF4-FFF2-40B4-BE49-F238E27FC236}">
                <a16:creationId xmlns:a16="http://schemas.microsoft.com/office/drawing/2014/main" id="{C3696BD3-7621-4CD6-9A94-42E87316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2437" y="5676290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163" name="svg-163 figure_1/axes_4/matplotlib.axis_7/xtick_13/line2d_60">
            <a:extLst xmlns:a="http://schemas.openxmlformats.org/drawingml/2006/main">
              <a:ext uri="{FF2B5EF4-FFF2-40B4-BE49-F238E27FC236}">
                <a16:creationId xmlns:a16="http://schemas.microsoft.com/office/drawing/2014/main" id="{39C5BEFD-F7FD-468D-AF87-DABE9A0D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49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4" name="svg-164 figure_1/axes_4/matplotlib.axis_7/xtick_13/text_53">
            <a:extLst xmlns:a="http://schemas.openxmlformats.org/drawingml/2006/main">
              <a:ext uri="{FF2B5EF4-FFF2-40B4-BE49-F238E27FC236}">
                <a16:creationId xmlns:a16="http://schemas.microsoft.com/office/drawing/2014/main" id="{DCC8DE5D-899D-4662-B65A-B84F7ED7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802" y="567629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65" name="svg-165 figure_1/axes_4/matplotlib.axis_7/xtick_14/line2d_61">
            <a:extLst xmlns:a="http://schemas.openxmlformats.org/drawingml/2006/main">
              <a:ext uri="{FF2B5EF4-FFF2-40B4-BE49-F238E27FC236}">
                <a16:creationId xmlns:a16="http://schemas.microsoft.com/office/drawing/2014/main" id="{22CEEF00-A3D3-4847-B052-6BB79753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36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6" name="svg-166 figure_1/axes_4/matplotlib.axis_7/xtick_14/text_54">
            <a:extLst xmlns:a="http://schemas.openxmlformats.org/drawingml/2006/main">
              <a:ext uri="{FF2B5EF4-FFF2-40B4-BE49-F238E27FC236}">
                <a16:creationId xmlns:a16="http://schemas.microsoft.com/office/drawing/2014/main" id="{C365F2EC-F8F7-4657-964E-5DD5824D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3489" y="567629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67" name="svg-167 figure_1/axes_4/matplotlib.axis_7/xtick_15/line2d_62">
            <a:extLst xmlns:a="http://schemas.openxmlformats.org/drawingml/2006/main">
              <a:ext uri="{FF2B5EF4-FFF2-40B4-BE49-F238E27FC236}">
                <a16:creationId xmlns:a16="http://schemas.microsoft.com/office/drawing/2014/main" id="{7CEC75F0-4401-42A5-989F-B1B0EC56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424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8" name="svg-168 figure_1/axes_4/matplotlib.axis_7/xtick_15/text_55">
            <a:extLst xmlns:a="http://schemas.openxmlformats.org/drawingml/2006/main">
              <a:ext uri="{FF2B5EF4-FFF2-40B4-BE49-F238E27FC236}">
                <a16:creationId xmlns:a16="http://schemas.microsoft.com/office/drawing/2014/main" id="{1C6B4687-4566-4C40-99D3-F2B408B1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7176" y="567629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169" name="svg-169 figure_1/axes_4/matplotlib.axis_7/xtick_16/line2d_63">
            <a:extLst xmlns:a="http://schemas.openxmlformats.org/drawingml/2006/main">
              <a:ext uri="{FF2B5EF4-FFF2-40B4-BE49-F238E27FC236}">
                <a16:creationId xmlns:a16="http://schemas.microsoft.com/office/drawing/2014/main" id="{C93BEB42-8C91-4602-B7DA-40C9CB9F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111" y="560798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0" name="svg-170 figure_1/axes_4/matplotlib.axis_7/xtick_16/text_56">
            <a:extLst xmlns:a="http://schemas.openxmlformats.org/drawingml/2006/main">
              <a:ext uri="{FF2B5EF4-FFF2-40B4-BE49-F238E27FC236}">
                <a16:creationId xmlns:a16="http://schemas.microsoft.com/office/drawing/2014/main" id="{C95EC3DC-346D-4043-B536-E5738ADA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863" y="567629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71" name="svg-171 figure_1/axes_4/matplotlib.axis_7/text_57">
            <a:extLst xmlns:a="http://schemas.openxmlformats.org/drawingml/2006/main">
              <a:ext uri="{FF2B5EF4-FFF2-40B4-BE49-F238E27FC236}">
                <a16:creationId xmlns:a16="http://schemas.microsoft.com/office/drawing/2014/main" id="{7122186C-4058-4202-B5CF-C53995FD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2560" y="5837711"/>
            <a:ext cx="164045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Persistent through 120 s (%)</a:t>
            </a:r>
          </a:p>
        </p:txBody>
      </p:sp>
      <p:sp>
        <p:nvSpPr>
          <p:cNvPr id="172" name="svg-172 figure_1/axes_4/matplotlib.axis_8/ytick_18/line2d_64">
            <a:extLst xmlns:a="http://schemas.openxmlformats.org/drawingml/2006/main">
              <a:ext uri="{FF2B5EF4-FFF2-40B4-BE49-F238E27FC236}">
                <a16:creationId xmlns:a16="http://schemas.microsoft.com/office/drawing/2014/main" id="{1A076E3F-1323-4BB2-B19E-93DF178F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3599535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3" name="svg-173 figure_1/axes_4/matplotlib.axis_8/ytick_18/text_58">
            <a:extLst xmlns:a="http://schemas.openxmlformats.org/drawingml/2006/main">
              <a:ext uri="{FF2B5EF4-FFF2-40B4-BE49-F238E27FC236}">
                <a16:creationId xmlns:a16="http://schemas.microsoft.com/office/drawing/2014/main" id="{195036FB-30E8-49BE-A051-27E87EC0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082" y="3535518"/>
            <a:ext cx="24638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 s</a:t>
            </a:r>
          </a:p>
        </p:txBody>
      </p:sp>
      <p:sp>
        <p:nvSpPr>
          <p:cNvPr id="174" name="svg-174 figure_1/axes_4/matplotlib.axis_8/ytick_19/line2d_65">
            <a:extLst xmlns:a="http://schemas.openxmlformats.org/drawingml/2006/main">
              <a:ext uri="{FF2B5EF4-FFF2-40B4-BE49-F238E27FC236}">
                <a16:creationId xmlns:a16="http://schemas.microsoft.com/office/drawing/2014/main" id="{9F87D9EA-0DDE-4C96-B78C-B021FF5A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4343404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5" name="svg-175 figure_1/axes_4/matplotlib.axis_8/ytick_19/text_59">
            <a:extLst xmlns:a="http://schemas.openxmlformats.org/drawingml/2006/main">
              <a:ext uri="{FF2B5EF4-FFF2-40B4-BE49-F238E27FC236}">
                <a16:creationId xmlns:a16="http://schemas.microsoft.com/office/drawing/2014/main" id="{D3935C9C-70CB-419E-A163-A570DEAA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082" y="4279387"/>
            <a:ext cx="24638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30 s</a:t>
            </a:r>
          </a:p>
        </p:txBody>
      </p:sp>
      <p:sp>
        <p:nvSpPr>
          <p:cNvPr id="176" name="svg-176 figure_1/axes_4/matplotlib.axis_8/ytick_20/line2d_66">
            <a:extLst xmlns:a="http://schemas.openxmlformats.org/drawingml/2006/main">
              <a:ext uri="{FF2B5EF4-FFF2-40B4-BE49-F238E27FC236}">
                <a16:creationId xmlns:a16="http://schemas.microsoft.com/office/drawing/2014/main" id="{21713D41-0FEA-4830-9E4D-2650125B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12" y="5087274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7" name="svg-177 figure_1/axes_4/matplotlib.axis_8/ytick_20/text_60">
            <a:extLst xmlns:a="http://schemas.openxmlformats.org/drawingml/2006/main">
              <a:ext uri="{FF2B5EF4-FFF2-40B4-BE49-F238E27FC236}">
                <a16:creationId xmlns:a16="http://schemas.microsoft.com/office/drawing/2014/main" id="{E5A9D677-E113-47F6-9E83-957B1EF4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082" y="5023257"/>
            <a:ext cx="24638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60 s</a:t>
            </a:r>
          </a:p>
        </p:txBody>
      </p:sp>
      <p:sp>
        <p:nvSpPr>
          <p:cNvPr id="178" name="svg-178 figure_1/axes_4/matplotlib.axis_8/text_61">
            <a:extLst xmlns:a="http://schemas.openxmlformats.org/drawingml/2006/main">
              <a:ext uri="{FF2B5EF4-FFF2-40B4-BE49-F238E27FC236}">
                <a16:creationId xmlns:a16="http://schemas.microsoft.com/office/drawing/2014/main" id="{FE5FFC6C-63E8-4FA7-96B1-D18AC0CF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930224" y="4271967"/>
            <a:ext cx="148069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Required normal pressure</a:t>
            </a:r>
          </a:p>
        </p:txBody>
      </p:sp>
      <p:sp>
        <p:nvSpPr>
          <p:cNvPr id="179" name="svg-179 figure_1/axes_4/LineCollection_10">
            <a:extLst xmlns:a="http://schemas.openxmlformats.org/drawingml/2006/main">
              <a:ext uri="{FF2B5EF4-FFF2-40B4-BE49-F238E27FC236}">
                <a16:creationId xmlns:a16="http://schemas.microsoft.com/office/drawing/2014/main" id="{70693D3F-AF17-47CE-A861-FAAD4E76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25" y="3599535"/>
            <a:ext cx="493226" cy="13"/>
          </a:xfrm>
          <a:custGeom xmlns:a="http://schemas.openxmlformats.org/drawingml/2006/main">
            <a:pathLst>
              <a:path w="493226" h="13">
                <a:moveTo>
                  <a:pt x="0" y="0"/>
                </a:moveTo>
                <a:lnTo>
                  <a:pt x="4932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180" name="svg-180 figure_1/axes_4/line2d_67">
            <a:extLst xmlns:a="http://schemas.openxmlformats.org/drawingml/2006/main">
              <a:ext uri="{FF2B5EF4-FFF2-40B4-BE49-F238E27FC236}">
                <a16:creationId xmlns:a16="http://schemas.microsoft.com/office/drawing/2014/main" id="{F78F9E0E-4682-4F57-85C1-E3A5D6A4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25" y="356143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81" name="svg-181 figure_1/axes_4/line2d_68">
            <a:extLst xmlns:a="http://schemas.openxmlformats.org/drawingml/2006/main">
              <a:ext uri="{FF2B5EF4-FFF2-40B4-BE49-F238E27FC236}">
                <a16:creationId xmlns:a16="http://schemas.microsoft.com/office/drawing/2014/main" id="{2F796062-80D2-422B-99C9-A12FDA2D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250" y="356143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82" name="svg-182 figure_1/axes_4/LineCollection_11">
            <a:extLst xmlns:a="http://schemas.openxmlformats.org/drawingml/2006/main">
              <a:ext uri="{FF2B5EF4-FFF2-40B4-BE49-F238E27FC236}">
                <a16:creationId xmlns:a16="http://schemas.microsoft.com/office/drawing/2014/main" id="{6D4B8B64-8CF8-4F38-A0C3-F89A9242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171" y="4343404"/>
            <a:ext cx="523350" cy="13"/>
          </a:xfrm>
          <a:custGeom xmlns:a="http://schemas.openxmlformats.org/drawingml/2006/main">
            <a:pathLst>
              <a:path w="523350" h="13">
                <a:moveTo>
                  <a:pt x="0" y="0"/>
                </a:moveTo>
                <a:lnTo>
                  <a:pt x="52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183" name="svg-183 figure_1/axes_4/line2d_69">
            <a:extLst xmlns:a="http://schemas.openxmlformats.org/drawingml/2006/main">
              <a:ext uri="{FF2B5EF4-FFF2-40B4-BE49-F238E27FC236}">
                <a16:creationId xmlns:a16="http://schemas.microsoft.com/office/drawing/2014/main" id="{520D3DAC-3779-47A5-83FA-64287AF8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171" y="4305304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84" name="svg-184 figure_1/axes_4/line2d_70">
            <a:extLst xmlns:a="http://schemas.openxmlformats.org/drawingml/2006/main">
              <a:ext uri="{FF2B5EF4-FFF2-40B4-BE49-F238E27FC236}">
                <a16:creationId xmlns:a16="http://schemas.microsoft.com/office/drawing/2014/main" id="{E45DD1BA-31BC-4E51-890D-9F13311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522" y="4305304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85" name="svg-185 figure_1/axes_4/LineCollection_12">
            <a:extLst xmlns:a="http://schemas.openxmlformats.org/drawingml/2006/main">
              <a:ext uri="{FF2B5EF4-FFF2-40B4-BE49-F238E27FC236}">
                <a16:creationId xmlns:a16="http://schemas.microsoft.com/office/drawing/2014/main" id="{69A7E6CD-0538-4B67-9C99-D0623BB1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079" y="5087274"/>
            <a:ext cx="442021" cy="13"/>
          </a:xfrm>
          <a:custGeom xmlns:a="http://schemas.openxmlformats.org/drawingml/2006/main">
            <a:pathLst>
              <a:path w="442021" h="13">
                <a:moveTo>
                  <a:pt x="0" y="0"/>
                </a:moveTo>
                <a:lnTo>
                  <a:pt x="44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186" name="svg-186 figure_1/axes_4/line2d_71">
            <a:extLst xmlns:a="http://schemas.openxmlformats.org/drawingml/2006/main">
              <a:ext uri="{FF2B5EF4-FFF2-40B4-BE49-F238E27FC236}">
                <a16:creationId xmlns:a16="http://schemas.microsoft.com/office/drawing/2014/main" id="{4A92799B-2028-4EC1-B519-E79D03E2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079" y="5049174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87" name="svg-187 figure_1/axes_4/line2d_72">
            <a:extLst xmlns:a="http://schemas.openxmlformats.org/drawingml/2006/main">
              <a:ext uri="{FF2B5EF4-FFF2-40B4-BE49-F238E27FC236}">
                <a16:creationId xmlns:a16="http://schemas.microsoft.com/office/drawing/2014/main" id="{A247FE75-BC10-4977-9710-712507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00" y="5049174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88" name="svg-188 figure_1/axes_4/line2d_73">
            <a:extLst xmlns:a="http://schemas.openxmlformats.org/drawingml/2006/main">
              <a:ext uri="{FF2B5EF4-FFF2-40B4-BE49-F238E27FC236}">
                <a16:creationId xmlns:a16="http://schemas.microsoft.com/office/drawing/2014/main" id="{32ACBFF8-C4E5-41F2-9189-3F1B8705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188" y="356143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89" name="svg-189 figure_1/axes_4/line2d_74">
            <a:extLst xmlns:a="http://schemas.openxmlformats.org/drawingml/2006/main">
              <a:ext uri="{FF2B5EF4-FFF2-40B4-BE49-F238E27FC236}">
                <a16:creationId xmlns:a16="http://schemas.microsoft.com/office/drawing/2014/main" id="{7B9C62E1-2C43-4E8C-B3F7-EB36B1B3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313" y="4305304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90" name="svg-190 figure_1/axes_4/line2d_75">
            <a:extLst xmlns:a="http://schemas.openxmlformats.org/drawingml/2006/main">
              <a:ext uri="{FF2B5EF4-FFF2-40B4-BE49-F238E27FC236}">
                <a16:creationId xmlns:a16="http://schemas.microsoft.com/office/drawing/2014/main" id="{334985E7-DDFC-4744-9C53-D55CE54E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281" y="5049174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91" name="svg-191 figure_1/axes_4/patch_28">
            <a:extLst xmlns:a="http://schemas.openxmlformats.org/drawingml/2006/main">
              <a:ext uri="{FF2B5EF4-FFF2-40B4-BE49-F238E27FC236}">
                <a16:creationId xmlns:a16="http://schemas.microsoft.com/office/drawing/2014/main" id="{FFE7DDBA-FEBA-468D-9059-89FF34DE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62" y="3078826"/>
            <a:ext cx="13" cy="2529156"/>
          </a:xfrm>
          <a:custGeom xmlns:a="http://schemas.openxmlformats.org/drawingml/2006/main">
            <a:pathLst>
              <a:path w="13" h="2529156">
                <a:moveTo>
                  <a:pt x="0" y="2529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2" name="svg-192 figure_1/axes_4/patch_29">
            <a:extLst xmlns:a="http://schemas.openxmlformats.org/drawingml/2006/main">
              <a:ext uri="{FF2B5EF4-FFF2-40B4-BE49-F238E27FC236}">
                <a16:creationId xmlns:a16="http://schemas.microsoft.com/office/drawing/2014/main" id="{7B4514AC-D888-41EC-8A32-890E33CB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62" y="5607982"/>
            <a:ext cx="2982855" cy="13"/>
          </a:xfrm>
          <a:custGeom xmlns:a="http://schemas.openxmlformats.org/drawingml/2006/main">
            <a:pathLst>
              <a:path w="2982855" h="13">
                <a:moveTo>
                  <a:pt x="0" y="0"/>
                </a:moveTo>
                <a:lnTo>
                  <a:pt x="2982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3" name="svg-193 figure_1/axes_4/text_62">
            <a:extLst xmlns:a="http://schemas.openxmlformats.org/drawingml/2006/main">
              <a:ext uri="{FF2B5EF4-FFF2-40B4-BE49-F238E27FC236}">
                <a16:creationId xmlns:a16="http://schemas.microsoft.com/office/drawing/2014/main" id="{9B782A94-2AAB-464D-8935-D0A329D9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9899" y="3532066"/>
            <a:ext cx="34848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n=164</a:t>
            </a:r>
          </a:p>
        </p:txBody>
      </p:sp>
      <p:sp>
        <p:nvSpPr>
          <p:cNvPr id="194" name="svg-194 figure_1/axes_4/text_63">
            <a:extLst xmlns:a="http://schemas.openxmlformats.org/drawingml/2006/main">
              <a:ext uri="{FF2B5EF4-FFF2-40B4-BE49-F238E27FC236}">
                <a16:creationId xmlns:a16="http://schemas.microsoft.com/office/drawing/2014/main" id="{7EE79EF4-5E7B-423B-A383-9A83267E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9899" y="4275936"/>
            <a:ext cx="34848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n=156</a:t>
            </a:r>
          </a:p>
        </p:txBody>
      </p:sp>
      <p:sp>
        <p:nvSpPr>
          <p:cNvPr id="195" name="svg-195 figure_1/axes_4/text_64">
            <a:extLst xmlns:a="http://schemas.openxmlformats.org/drawingml/2006/main">
              <a:ext uri="{FF2B5EF4-FFF2-40B4-BE49-F238E27FC236}">
                <a16:creationId xmlns:a16="http://schemas.microsoft.com/office/drawing/2014/main" id="{B854B32C-9A02-481A-9B16-6684DD8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9899" y="5019805"/>
            <a:ext cx="34848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n=136</a:t>
            </a:r>
          </a:p>
        </p:txBody>
      </p:sp>
      <p:sp>
        <p:nvSpPr>
          <p:cNvPr id="196" name="svg-196 figure_1/axes_4/text_65">
            <a:extLst xmlns:a="http://schemas.openxmlformats.org/drawingml/2006/main">
              <a:ext uri="{FF2B5EF4-FFF2-40B4-BE49-F238E27FC236}">
                <a16:creationId xmlns:a16="http://schemas.microsoft.com/office/drawing/2014/main" id="{10894CB8-14E4-4EEE-89D0-52EE1431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7735" y="2883246"/>
            <a:ext cx="2150110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  Recovery definition (5 min)</a:t>
            </a:r>
          </a:p>
        </p:txBody>
      </p:sp>
    </p:spTree>
    <p:extLst>
      <p:ext uri="{BB962C8B-B14F-4D97-AF65-F5344CB8AC3E}">
        <p14:creationId xmlns:p14="http://schemas.microsoft.com/office/powerpoint/2010/main" val="1869342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2026-10-16T10:12:55.8420000Z</dcterms:created>
  <dcterms:modified xsi:type="dcterms:W3CDTF">2026-10-16T10:12:55.8420000Z</dcterms:modified>
</coreProperties>
</file>