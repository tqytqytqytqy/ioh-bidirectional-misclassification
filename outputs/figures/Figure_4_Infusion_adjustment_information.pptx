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f2509645364428" /><Relationship Type="http://schemas.openxmlformats.org/officeDocument/2006/relationships/extended-properties" Target="/docProps/app.xml" Id="R57483b8fea7b403b" /><Relationship Type="http://schemas.openxmlformats.org/officeDocument/2006/relationships/officeDocument" Target="/ppt/presentation.xml" Id="R07b4e30418d147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5dad7b35f54ee1"/>
  </p:sldMasterIdLst>
  <p:notesMasterIdLst>
    <p:notesMasterId xmlns:r="http://schemas.openxmlformats.org/officeDocument/2006/relationships" r:id="R9099603932a84f7b"/>
  </p:notesMasterIdLst>
  <p:sldIdLst>
    <p:sldId xmlns:r="http://schemas.openxmlformats.org/officeDocument/2006/relationships" id="256" r:id="Rc7efd2cc46cf4c7e"/>
  </p:sldIdLst>
  <p:sldSz cx="5981700" cy="512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a1dd49ce8948a3" /><Relationship Type="http://schemas.openxmlformats.org/officeDocument/2006/relationships/slideMaster" Target="/ppt/slideMasters/slideMaster1.xml" Id="R4f5dad7b35f54ee1" /><Relationship Type="http://schemas.openxmlformats.org/officeDocument/2006/relationships/notesMaster" Target="/ppt/notesMasters/notesMaster1.xml" Id="R9099603932a84f7b" /><Relationship Type="http://schemas.openxmlformats.org/officeDocument/2006/relationships/presProps" Target="/ppt/presProps.xml" Id="R35f8c8cabdcf4fbc" /><Relationship Type="http://schemas.openxmlformats.org/officeDocument/2006/relationships/tableStyles" Target="/ppt/tableStyles.xml" Id="R8fe8d6cf473c4b69" /><Relationship Type="http://schemas.openxmlformats.org/officeDocument/2006/relationships/slide" Target="/ppt/slides/slide1.xml" Id="Rc7efd2cc46cf4c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020d69f68746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Frame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Frame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Frame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Frame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Frame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Frame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4d2897548b4ef2" /><Relationship Type="http://schemas.openxmlformats.org/officeDocument/2006/relationships/notesMaster" Target="/ppt/notesMasters/notesMaster1.xml" Id="Rd089b7eab1c14d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Frame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Frame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Infusion module unrounded aggregate data, Table 4 / S28. Distinct state and recovery denominators. Editable vector artwork; not an analysis of rescue indication, treatment delay or drug effectiveness.</a:t>
            </a:r>
          </a:p>
        </p:txBody>
      </p:sp>
      <p:sp>
        <p:nvSpPr>
          <p:cNvPr id="4" name="Slide Number Frame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b7de6901e14e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a80d1e42124602" /><Relationship Type="http://schemas.openxmlformats.org/officeDocument/2006/relationships/slideLayout" Target="/ppt/slideLayouts/slideLayout1.xml" Id="Rc3768a31a58947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768a31a58947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108e3583c402c" /><Relationship Type="http://schemas.openxmlformats.org/officeDocument/2006/relationships/notesSlide" Target="/ppt/notesSlides/notesSlide1.xml" Id="R88fc503d341e4f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597A646-5465-459D-8242-19FCA06B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3981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a  Display state at adjustment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8A44A-A7C9-465F-A7C1-4EA1E3A1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8100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b  Low display after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54444-5BD0-4E97-A7EF-C3C333C5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683850"/>
            <a:ext cx="28670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236 low-reference events / 83 subjects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40823-A498-4DF5-BF3B-01BD394A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683850"/>
            <a:ext cx="2790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184 recovery events / 78 subjects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C41B4-8613-4DD4-BD36-B363788D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12775"/>
            <a:ext cx="23526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8466B-D908-4FE5-8B04-A8B8102A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50600"/>
            <a:ext cx="9525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B9C4F-71E8-4904-BDD9-ADF595F2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512775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22441-55FA-4AF1-AA1E-2A4F91F5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3436575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9B0C5-E141-4C6D-8776-BD42EABE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972231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9CA0CB-8485-4F8C-BC72-8E0AFBC8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2896031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9F2134-538B-4895-A102-9EFE034C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2231"/>
            <a:ext cx="23431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D03B36-97F0-4899-A99F-5576DB76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431688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1B160-1DFC-4C03-BE88-E72BECF5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2355488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A650A9-70E0-41D2-A7F0-885FF3CC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31688"/>
            <a:ext cx="23431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F2B734-3B57-454A-B51A-82B66D1F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891144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5ED62-4498-4704-88FD-3F35FFB4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1814944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E97BB-7975-4272-94A1-B79D18B1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1144"/>
            <a:ext cx="23431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171A9A-7A40-47A3-A9CB-6899B50D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350600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AAFD9C-8603-4791-83DA-BA798629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1274400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E79058-BE65-45D9-9822-6AF72CFC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0600"/>
            <a:ext cx="23431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76D03B-7080-4E51-9148-B2F91EEA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998175"/>
            <a:ext cx="25050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Phase-averaged events (%)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843E7-091F-4FD7-A98D-974F7F88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579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2A3AD2-157C-447F-AD3B-1C7057FC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79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2.5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A161C1-CC7B-4E2D-89D4-CD5CD7F6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579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416C26-20C1-4BB3-8EC8-6364FA13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81425"/>
            <a:ext cx="381000" cy="33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C6FDD1-9E5F-437B-8CAE-DC255095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13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15.3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75873-643D-4605-A7BC-6537B3BB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27981"/>
            <a:ext cx="381000" cy="534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1A8BD7-86DD-47D4-AFF3-EA5D4281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50600"/>
            <a:ext cx="381000" cy="177738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4199DE-6C08-4F0D-9ADB-59B289D3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3566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82.2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49C2F2-4D0E-4086-BC15-1025BC89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50600"/>
            <a:ext cx="38100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C23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91FAAD-6021-4F57-8891-8EBAD110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65955"/>
            <a:ext cx="381000" cy="646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7CA3AD-EA1C-4D4E-94A9-2339A631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10364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29.9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3E35ED-7961-49D1-A89A-44763ACF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692492"/>
            <a:ext cx="381000" cy="1734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253435-2BFE-4E79-B359-3EF0302E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350600"/>
            <a:ext cx="381000" cy="13418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5A898-8378-4048-B3CF-C57C9DB5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1935821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62.1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40DE2A-56EB-4963-9C76-88A8AF7D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350600"/>
            <a:ext cx="38100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C23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B9C44D-7EF9-4861-B169-883C3647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06066"/>
            <a:ext cx="381000" cy="9067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F9E45B-6876-4099-B9FF-8C545F2F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73696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41.9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BA5DBC-74C8-42B1-BC90-963B4931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312279"/>
            <a:ext cx="381000" cy="2937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D8216B-8243-4D1D-8A09-71DDD17A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373448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13.6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EA6F30-D546-437C-8CC8-256682F5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354570"/>
            <a:ext cx="381000" cy="9577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A9FEDE-EE8A-49B1-AD85-F992F50A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477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44.3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0C9469-5DEA-4CE8-8E1B-CA12AA56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350600"/>
            <a:ext cx="381000" cy="39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C23A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2BD8F5-A329-4C70-B31A-55E04B9D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12775"/>
            <a:ext cx="2333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8367AA-808B-4F25-B741-181C0A39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350600"/>
            <a:ext cx="9525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355788-8919-4AAC-833C-395BF569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2775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9B425D-2652-4324-98A8-FF739D82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436575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B6C854-6E6F-4CC4-9075-F3521E59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72231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1DC2557-8CC2-4D1D-8F09-43F1EA05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96031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843412-25B6-401D-BED4-2DFDB2A0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72231"/>
            <a:ext cx="23241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209576-2B55-4744-9C05-136C7E13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31688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B22037-A0C8-41A1-B3CF-AD5A992E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355488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C87F67-CFC7-4033-85D1-6240FF3A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431688"/>
            <a:ext cx="23241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8AB55B-5EA3-4753-89B2-B6BF1760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91144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ED49DD3-CEE8-4D5A-B2B5-CADC0AEF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814944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FF26252-D37E-4DE2-A498-F4605FB7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891144"/>
            <a:ext cx="23241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DE121BF-A130-43D3-8B81-8731BD91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350600"/>
            <a:ext cx="3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69AA44F-3811-42EE-A95D-D22E3D4C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274400"/>
            <a:ext cx="323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1.2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788D05-32F5-4A46-B59F-1DB067F8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50600"/>
            <a:ext cx="232410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EDE"/>
          </a:solidFill>
          <a:ln xmlns:a="http://schemas.openxmlformats.org/drawingml/2006/main" w="0">
            <a:noFill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BE89110-593B-4DFE-B924-754B23B5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99817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Mean restricted persistence (min)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A522B9-4D67-4A36-9F4E-6BFA1A98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579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EC61FB-EF9C-4D3F-AFFD-422741DF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79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2.5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C190586-A61F-4430-A8BA-3D49A445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5794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C98ECC-F112-420A-90D6-4FD2FD6D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77647"/>
            <a:ext cx="11430" cy="396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8F31405-82D3-44D6-9165-09C08497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77647"/>
            <a:ext cx="95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4CF21CF-A1AA-4982-92A1-087D472C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17347"/>
            <a:ext cx="95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C2FFB92-98A8-47CE-9DD4-862D4A1F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5764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2640D51-5BCA-4072-8CE0-D9E0CFCF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29997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0.23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608F00C-786A-4719-BD11-F82903AE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246983"/>
            <a:ext cx="11430" cy="2006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5152F9C-21A2-4C51-A81A-EB611C10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46983"/>
            <a:ext cx="95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BD37E27-E393-43DC-A85E-B6DFA9C9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47619"/>
            <a:ext cx="95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FFF11C9-1620-4F69-A1E9-7DD2E492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30338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0A79BAA-7482-4D14-8BAE-A29C1093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999333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0.65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4A4488B-61B3-4F20-8DAC-DC1004B3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624848"/>
            <a:ext cx="11430" cy="3616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3688D2C-DAC1-4F06-BB10-7001C69D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624848"/>
            <a:ext cx="95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3780555-03C8-43E2-8C08-B48656EC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986525"/>
            <a:ext cx="95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FA4CC27-440F-4231-885D-9EFCD6B5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5912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89CC9DB-36AC-48C9-8B94-871D0D30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77198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0.95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7227C2E-67D3-452F-802A-6A1002B0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46150"/>
            <a:ext cx="4048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Sampling interval (min)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ABBB207-8ADB-4A6F-9612-E8E82184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22715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57AF073-0F6D-4027-A393-DC69195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89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Normal display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29EF373-D359-4A11-8B39-3ACF63D1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446225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91722FF-B449-4F29-B24D-3BA2E5A8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08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New low sample in current low run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A7B4859-69BB-47C6-9CCF-948ADCA3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6653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441DE90-D147-4A2A-83B6-3E579346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7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Inherited low display only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84FBEAF-B9DF-4A3C-B494-3A1A4C00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884375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C23A"/>
          </a:solidFill>
          <a:ln xmlns:a="http://schemas.openxmlformats.org/drawingml/2006/main" w="0">
            <a:noFill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FDCBF52-7130-407B-BC17-F3A0A732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462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Unavailable display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7C0BF6F-1F6B-40FC-AA27-88B45419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331925"/>
            <a:ext cx="25622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Recovery window: remainder of 5 min</a:t>
            </a:r>
          </a:p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after adjustment; bars are 95% CI.</a:t>
            </a:r>
          </a:p>
        </p:txBody>
      </p:sp>
    </p:spTree>
    <p:extLst>
      <p:ext uri="{BB962C8B-B14F-4D97-AF65-F5344CB8AC3E}">
        <p14:creationId xmlns:p14="http://schemas.microsoft.com/office/powerpoint/2010/main" val="2107728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2026-10-04T03:17:22.9460000Z</dcterms:created>
  <dcterms:modified xsi:type="dcterms:W3CDTF">2026-10-04T03:17:22.9460000Z</dcterms:modified>
</coreProperties>
</file>