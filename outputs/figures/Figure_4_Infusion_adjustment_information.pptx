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8f2509645364428" /><Relationship Type="http://schemas.openxmlformats.org/officeDocument/2006/relationships/extended-properties" Target="/docProps/app.xml" Id="R57483b8fea7b403b" /><Relationship Type="http://schemas.openxmlformats.org/officeDocument/2006/relationships/officeDocument" Target="/ppt/presentation.xml" Id="R07b4e30418d1470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5dad7b35f54ee1"/>
  </p:sldMasterIdLst>
  <p:notesMasterIdLst>
    <p:notesMasterId xmlns:r="http://schemas.openxmlformats.org/officeDocument/2006/relationships" r:id="R9099603932a84f7b"/>
  </p:notesMasterIdLst>
  <p:sldIdLst>
    <p:sldId xmlns:r="http://schemas.openxmlformats.org/officeDocument/2006/relationships" id="256" r:id="Rc7efd2cc46cf4c7e"/>
  </p:sldIdLst>
  <p:sldSz cx="5981700" cy="476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a1dd49ce8948a3" /><Relationship Type="http://schemas.openxmlformats.org/officeDocument/2006/relationships/slideMaster" Target="/ppt/slideMasters/slideMaster1.xml" Id="R4f5dad7b35f54ee1" /><Relationship Type="http://schemas.openxmlformats.org/officeDocument/2006/relationships/notesMaster" Target="/ppt/notesMasters/notesMaster1.xml" Id="R9099603932a84f7b" /><Relationship Type="http://schemas.openxmlformats.org/officeDocument/2006/relationships/presProps" Target="/ppt/presProps.xml" Id="R35f8c8cabdcf4fbc" /><Relationship Type="http://schemas.openxmlformats.org/officeDocument/2006/relationships/tableStyles" Target="/ppt/tableStyles.xml" Id="R8fe8d6cf473c4b69" /><Relationship Type="http://schemas.openxmlformats.org/officeDocument/2006/relationships/slide" Target="/ppt/slides/slide1.xml" Id="Rc7efd2cc46cf4c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9020d69f68746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Frame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Frame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Frame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Frame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Frame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Frame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4d2897548b4ef2" /><Relationship Type="http://schemas.openxmlformats.org/officeDocument/2006/relationships/notesMaster" Target="/ppt/notesMasters/notesMaster1.xml" Id="Rd089b7eab1c14d3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Frame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Frame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Infusion module unrounded aggregate data, Table 4 / S28. Distinct state and recovery denominators. Editable vector artwork; not an analysis of rescue indication, treatment delay or drug effectiveness.</a:t>
            </a:r>
          </a:p>
        </p:txBody>
      </p:sp>
      <p:sp>
        <p:nvSpPr>
          <p:cNvPr id="4" name="Slide Number Frame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b7de6901e14e6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a80d1e42124602" /><Relationship Type="http://schemas.openxmlformats.org/officeDocument/2006/relationships/slideLayout" Target="/ppt/slideLayouts/slideLayout1.xml" Id="Rc3768a31a58947f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768a31a58947f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e108e3583c402c" /><Relationship Type="http://schemas.openxmlformats.org/officeDocument/2006/relationships/notesSlide" Target="/ppt/notesSlides/notesSlide1.xml" Id="R88fc503d341e4f0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597A646-5465-459D-8242-19FCA06B8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381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42424"/>
                </a:solidFill>
                <a:latin typeface="Arial"/>
                <a:ea typeface="Arial"/>
                <a:cs typeface="Arial"/>
              </a:rPr>
              <a:t>a  Display state at adjustment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68A44A-A7C9-465F-A7C1-4EA1E3A17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8100"/>
            <a:ext cx="2781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42424"/>
                </a:solidFill>
                <a:latin typeface="Arial"/>
                <a:ea typeface="Arial"/>
                <a:cs typeface="Arial"/>
              </a:rPr>
              <a:t>b  Low display after recovery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A54444-5BD0-4E97-A7EF-C3C333C50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323850"/>
            <a:ext cx="28670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236 low-reference events / 83 subjects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C40823-A498-4DF5-BF3B-01BD394A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23850"/>
            <a:ext cx="2790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184 recovery events / 78 subjects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2C41B4-8613-4DD4-BD36-B363788D6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52775"/>
            <a:ext cx="23526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28466B-D908-4FE5-8B04-A8B8102A8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90600"/>
            <a:ext cx="9525" cy="2162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9B9C4F-71E8-4904-BDD9-ADF595F2D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152775"/>
            <a:ext cx="3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722441-55FA-4AF1-AA1E-2A4F91F5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076575"/>
            <a:ext cx="323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59B0C5-E141-4C6D-8776-BD42EABE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612231"/>
            <a:ext cx="3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9CA0CB-8485-4F8C-BC72-8E0AFBC8E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536031"/>
            <a:ext cx="323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9F2134-538B-4895-A102-9EFE034CF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2231"/>
            <a:ext cx="23431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D03B36-97F0-4899-A99F-5576DB762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071688"/>
            <a:ext cx="3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01B160-1DFC-4C03-BE88-E72BECF5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995488"/>
            <a:ext cx="323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A650A9-70E0-41D2-A7F0-885FF3CCD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1688"/>
            <a:ext cx="23431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F2B734-3B57-454A-B51A-82B66D1F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531144"/>
            <a:ext cx="3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75ED62-4498-4704-88FD-3F35FFB4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454944"/>
            <a:ext cx="323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8E97BB-7975-4272-94A1-B79D18B1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31144"/>
            <a:ext cx="23431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171A9A-7A40-47A3-A9CB-6899B50D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990600"/>
            <a:ext cx="3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AAFD9C-8603-4791-83DA-BA7986297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14400"/>
            <a:ext cx="323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E79058-BE65-45D9-9822-6AF72CFC4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23431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76D03B-7080-4E51-9148-B2F91EEA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638175"/>
            <a:ext cx="25050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2424"/>
                </a:solidFill>
                <a:latin typeface="Arial"/>
                <a:ea typeface="Arial"/>
                <a:cs typeface="Arial"/>
              </a:rPr>
              <a:t>Phase-averaged events (%)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C843E7-091F-4FD7-A98D-974F7F88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2194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2A3AD2-157C-447F-AD3B-1C7057FC5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194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2.5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A161C1-CC7B-4E2D-89D4-CD5CD7F68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2194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416C26-20C1-4BB3-8EC8-6364FA13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21425"/>
            <a:ext cx="381000" cy="33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C6FDD1-9E5F-437B-8CAE-DC2550953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137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15.3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375873-643D-4605-A7BC-6537B3BB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67981"/>
            <a:ext cx="381000" cy="534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1A8BD7-86DD-47D4-AFF3-EA5D4281F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381000" cy="17773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4199DE-6C08-4F0D-9ADB-59B289D32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3566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82.2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49C2F2-4D0E-4086-BC15-1025BC89B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38100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C23A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91FAAD-6021-4F57-8891-8EBAD110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505955"/>
            <a:ext cx="381000" cy="6468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7CA3AD-EA1C-4D4E-94A9-2339A6315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74364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29.9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3E35ED-7961-49D1-A89A-44763ACF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332492"/>
            <a:ext cx="381000" cy="1734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253435-2BFE-4E79-B359-3EF0302E1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990600"/>
            <a:ext cx="381000" cy="13418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25A898-8378-4048-B3CF-C57C9DB57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575821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62.1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A40DE2A-56EB-4963-9C76-88A8AF7D0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990600"/>
            <a:ext cx="38100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C23A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4B9C44D-7EF9-4861-B169-883C3647B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246066"/>
            <a:ext cx="381000" cy="9067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FF9E45B-6876-4099-B9FF-8C545F2FE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613696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41.9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EBA5DBC-74C8-42B1-BC90-963B4931A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952279"/>
            <a:ext cx="381000" cy="2937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2D8216B-8243-4D1D-8A09-71DDD17A2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013448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13.6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7EA6F30-D546-437C-8CC8-256682F5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994570"/>
            <a:ext cx="381000" cy="9577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7A9FEDE-EE8A-49B1-AD85-F992F50AB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3877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44.3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A0C9469-5DEA-4CE8-8E1B-CA12AA56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990600"/>
            <a:ext cx="381000" cy="39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C23A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52BD8F5-A329-4C70-B31A-55E04B9DA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152775"/>
            <a:ext cx="2333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28367AA-808B-4F25-B741-181C0A39A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990600"/>
            <a:ext cx="9525" cy="2162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F355788-8919-4AAC-833C-395BF569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152775"/>
            <a:ext cx="3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E9B425D-2652-4324-98A8-FF739D82D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076575"/>
            <a:ext cx="323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DB6C854-6E6F-4CC4-9075-F3521E59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612231"/>
            <a:ext cx="3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1DC2557-8CC2-4D1D-8F09-43F1EA05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536031"/>
            <a:ext cx="323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0.3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E843412-25B6-401D-BED4-2DFDB2A0E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612231"/>
            <a:ext cx="23241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E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B209576-2B55-4744-9C05-136C7E135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71688"/>
            <a:ext cx="3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3B22037-A0C8-41A1-B3CF-AD5A992E7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1995488"/>
            <a:ext cx="323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0.6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AC87F67-CFC7-4033-85D1-6240FF3A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071688"/>
            <a:ext cx="23241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E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C8AB55B-5EA3-4753-89B2-B6BF1760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531144"/>
            <a:ext cx="3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ED49DD3-CEE8-4D5A-B2B5-CADC0AEF3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1454944"/>
            <a:ext cx="323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0.9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FF26252-D37E-4DE2-A498-F4605FB7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531144"/>
            <a:ext cx="23241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E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DE121BF-A130-43D3-8B81-8731BD91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990600"/>
            <a:ext cx="3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69AA44F-3811-42EE-A95D-D22E3D4C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914400"/>
            <a:ext cx="323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1.2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9788D05-32F5-4A46-B59F-1DB067F8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990600"/>
            <a:ext cx="23241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E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BE89110-593B-4DFE-B924-754B23B51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38175"/>
            <a:ext cx="24860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2424"/>
                </a:solidFill>
                <a:latin typeface="Arial"/>
                <a:ea typeface="Arial"/>
                <a:cs typeface="Arial"/>
              </a:rPr>
              <a:t>Mean restricted persistence (min)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0A522B9-4D67-4A36-9F4E-6BFA1A98E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32194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FEC61FB-EF9C-4D3F-AFFD-422741DF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2194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2.5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C190586-A61F-4430-A8BA-3D49A445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2194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5C98ECC-F112-420A-90D6-4FD2FD6D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17647"/>
            <a:ext cx="11430" cy="396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8F31405-82D3-44D6-9165-09C084970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717647"/>
            <a:ext cx="95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4CF21CF-A1AA-4982-92A1-087D472C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757347"/>
            <a:ext cx="95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C2FFB92-98A8-47CE-9DD4-862D4A1FC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9764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2640D51-5BCA-4072-8CE0-D9E0CFCF7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69997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0.23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608F00C-786A-4719-BD11-F82903AE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886983"/>
            <a:ext cx="11430" cy="2006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5152F9C-21A2-4C51-A81A-EB611C10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886983"/>
            <a:ext cx="95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BD37E27-E393-43DC-A85E-B6DFA9C9A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87619"/>
            <a:ext cx="95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FFF11C9-1620-4F69-A1E9-7DD2E492E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94338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0A79BAA-7482-4D14-8BAE-A29C10933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1639333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0.65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4A4488B-61B3-4F20-8DAC-DC1004B32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264848"/>
            <a:ext cx="11430" cy="36167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3688D2C-DAC1-4F06-BB10-7001C69D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1264848"/>
            <a:ext cx="95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3780555-03C8-43E2-8C08-B48656EC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1626525"/>
            <a:ext cx="95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FA4CC27-440F-4231-885D-9EFCD6B57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39912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89CC9DB-36AC-48C9-8B94-871D0D30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017198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0.95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7227C2E-67D3-452F-802A-6A1002B09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86150"/>
            <a:ext cx="4048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Sampling interval (min)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ABBB207-8ADB-4A6F-9612-E8E82184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8671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57AF073-0F6D-4027-A393-DC691954A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290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Normal display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29EF373-D359-4A11-8B39-3ACF63D18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0862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91722FF-B449-4F29-B24D-3BA2E5A8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4812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New low sample in current low run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A7B4859-69BB-47C6-9CCF-948ADCA3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3053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441DE90-D147-4A2A-83B6-3E579346E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672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Inherited low display only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84FBEAF-B9DF-4A3C-B494-3A1A4C002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5243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C23A"/>
          </a:solidFill>
          <a:ln xmlns:a="http://schemas.openxmlformats.org/drawingml/2006/main" w="0">
            <a:noFill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FDCBF52-7130-407B-BC17-F3A0A732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862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Unavailable display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7C0BF6F-1F6B-40FC-AA27-88B45419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971925"/>
            <a:ext cx="25622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Recovery window: remainder of 5 min</a:t>
            </a:r>
          </a:p>
          <a:p xmlns:a="http://schemas.openxmlformats.org/drawingml/2006/main">
            <a:pPr algn="l">
              <a:defRPr sz="9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after adjustment; bars are 95% CI.</a:t>
            </a:r>
          </a:p>
        </p:txBody>
      </p:sp>
    </p:spTree>
    <p:extLst>
      <p:ext uri="{BB962C8B-B14F-4D97-AF65-F5344CB8AC3E}">
        <p14:creationId xmlns:p14="http://schemas.microsoft.com/office/powerpoint/2010/main" val="21077280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2026-10-04T03:17:22.9460000Z</dcterms:created>
  <dcterms:modified xsi:type="dcterms:W3CDTF">2026-10-04T03:17:22.9460000Z</dcterms:modified>
</coreProperties>
</file>