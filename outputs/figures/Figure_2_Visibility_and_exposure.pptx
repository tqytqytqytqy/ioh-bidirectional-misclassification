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34ae91fe6a4b01" /><Relationship Type="http://schemas.openxmlformats.org/officeDocument/2006/relationships/extended-properties" Target="/docProps/app.xml" Id="R370dd191bb27450e" /><Relationship Type="http://schemas.openxmlformats.org/officeDocument/2006/relationships/officeDocument" Target="/ppt/presentation.xml" Id="R1ea9c0e792fc47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5e5d06b7584022"/>
  </p:sldMasterIdLst>
  <p:notesMasterIdLst>
    <p:notesMasterId xmlns:r="http://schemas.openxmlformats.org/officeDocument/2006/relationships" r:id="R24a0e1d60a8e40ce"/>
  </p:notesMasterIdLst>
  <p:sldIdLst>
    <p:sldId xmlns:r="http://schemas.openxmlformats.org/officeDocument/2006/relationships" id="256" r:id="R4bbf837b57534cee"/>
  </p:sldIdLst>
  <p:sldSz cx="5981700" cy="5979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16b077307040a8" /><Relationship Type="http://schemas.openxmlformats.org/officeDocument/2006/relationships/slideMaster" Target="/ppt/slideMasters/slideMaster1.xml" Id="Rdb5e5d06b7584022" /><Relationship Type="http://schemas.openxmlformats.org/officeDocument/2006/relationships/notesMaster" Target="/ppt/notesMasters/notesMaster1.xml" Id="R24a0e1d60a8e40ce" /><Relationship Type="http://schemas.openxmlformats.org/officeDocument/2006/relationships/presProps" Target="/ppt/presProps.xml" Id="Ra8d0964354b4400c" /><Relationship Type="http://schemas.openxmlformats.org/officeDocument/2006/relationships/tableStyles" Target="/ppt/tableStyles.xml" Id="R909705bd1bcc4231" /><Relationship Type="http://schemas.openxmlformats.org/officeDocument/2006/relationships/slide" Target="/ppt/slides/slide1.xml" Id="R4bbf837b57534c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f53fdfe81f42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Frame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Frame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Frame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Frame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Frame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Frame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5461f433c24069" /><Relationship Type="http://schemas.openxmlformats.org/officeDocument/2006/relationships/notesMaster" Target="/ppt/notesMasters/notesMaster1.xml" Id="Rf24cb39f2f9549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Frame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Frame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from Main Table 2; reference duration 39908 min and AUC 262.222 x 10^3 mmHg min. Panel b range is 94-100% with labelled ticks. No phase-level independence implied.</a:t>
            </a:r>
          </a:p>
        </p:txBody>
      </p:sp>
      <p:sp>
        <p:nvSpPr>
          <p:cNvPr id="4" name="Slide Number Frame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5dd6f86bf49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900891a4234c65" /><Relationship Type="http://schemas.openxmlformats.org/officeDocument/2006/relationships/slideLayout" Target="/ppt/slideLayouts/slideLayout1.xml" Id="Rcad87bf5472946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d87bf5472946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6781aaa644ef7" /><Relationship Type="http://schemas.openxmlformats.org/officeDocument/2006/relationships/notesSlide" Target="/ppt/notesSlides/notesSlide1.xml" Id="R3f4e55d4338245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0A2B58AD-6FB1-4072-B6D0-F864B4B5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79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a  Reference episodes with any low display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B753A-CE21-4FE9-A1E4-6F2120EF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93625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129C7-26D6-4897-9510-EA855523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1500"/>
            <a:ext cx="95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08551-36C0-4BF9-BE31-6E51A38F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93625"/>
            <a:ext cx="3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AF5FC-9038-4F67-BDEF-EB74F2B1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617425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E447D-9789-412F-BED7-30B71A5B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3094"/>
            <a:ext cx="3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AE5B4-3A3B-4A87-8978-BD8579A4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176894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912FB-F78E-4FBD-B06F-E7213781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53094"/>
            <a:ext cx="5086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5D679-E7E5-4D20-9755-97B7CD0F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12563"/>
            <a:ext cx="3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448C9-9126-4E63-8764-019A9734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736363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5D5BC-52F0-4CCA-86E0-184E5C59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12563"/>
            <a:ext cx="5086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6C2D9-56FA-47ED-B882-3D46AE42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72031"/>
            <a:ext cx="3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447EB-85AC-4BE1-970E-227FC0B7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295831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2D0AF-539E-4322-B39C-674F9ACF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72031"/>
            <a:ext cx="5086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0976F-C854-447B-A7AB-AFC8E67D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1500"/>
            <a:ext cx="38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D553B-15E9-4C60-B4C2-DE5522FE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55300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8DAB4-CB02-4C84-8119-2CC75C20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931500"/>
            <a:ext cx="50863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1EC24-D091-4EDC-8B65-82E33A47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075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Events represented (%)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067AB0-7336-4216-9C15-451E39B6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7603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C3D35-9796-4CE1-8A59-BE408DBA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03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2.5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13C06D-FB88-49B4-B5AD-F951DB20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7603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81ECEA-D455-4E8E-815F-04E6E26F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03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5CDFAA-CABA-4969-98EE-8749DFCA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603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3A5995-F53E-4D3F-A6D5-68FE3039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1500"/>
            <a:ext cx="3429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3C6D57-0AE5-4A37-BD1E-2B14648E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02900"/>
            <a:ext cx="571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100.0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4F8633-5CDD-4761-9C85-DF83F151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197581"/>
            <a:ext cx="342900" cy="1496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9AA2D6-5F46-43A8-B811-1F686D25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968981"/>
            <a:ext cx="571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84.9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E227C5-8A01-40C3-80E4-3E9BCE27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80401"/>
            <a:ext cx="342900" cy="14132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5BDB74-3506-4173-B854-78A82A5C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051801"/>
            <a:ext cx="571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80.2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D55DB3-4297-4C04-925B-06CB688B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534147"/>
            <a:ext cx="342900" cy="1159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4B31AA-7427-4BD8-8B26-A7DF2308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305547"/>
            <a:ext cx="571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65.8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709FA3-680B-4FC9-BEA7-201E4858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0140"/>
            <a:ext cx="342900" cy="8334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2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1AC738-E26C-4451-BD40-40B39863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31540"/>
            <a:ext cx="571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47.3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5793D3-7526-443A-9CF5-477A98C9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793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Sampling interval (min)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9B09A2-6378-4F50-AC4B-5DBD62CF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34132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b  Aggregate exposure relative to the continuous reference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3D8B17-CF0C-4EBC-8AC3-1E280F38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755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Percentage of the reference total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1D5659-79EF-4F23-A8E0-9E6A9641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3987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65236A-EF9E-49C1-959E-834963AA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87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2.5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E699E4-A69D-4F63-B07D-AA06B080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3987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58FCD8-297A-45A8-9EBD-76AFB520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987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157D0A-2F8E-4E71-BAEC-07B3F482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3987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5DDAA7-E556-4701-A342-FD4464A8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9975"/>
            <a:ext cx="952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F53C40-4A5E-4FD0-A11D-A109BAB8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2050"/>
            <a:ext cx="5095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21106A-9B49-438D-AD74-0E1D7AB9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2050"/>
            <a:ext cx="50958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BE4537-288F-4925-BFB0-CF254F55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255850"/>
            <a:ext cx="304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94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AA9EAF-2885-4F8A-8A85-8E47A658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8025"/>
            <a:ext cx="50958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BBFBD7-9DA0-4D95-8EAF-3D7B7B97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801825"/>
            <a:ext cx="304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96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6D509B-1488-4DBF-8465-76950151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4000"/>
            <a:ext cx="50958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E4404FF-4871-44FF-9B6B-67BD32A9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4347800"/>
            <a:ext cx="304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98499A-CD8E-4C35-B146-30846A6F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9975"/>
            <a:ext cx="509587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39CCBB-CE44-4DC5-B47A-0AE14546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893775"/>
            <a:ext cx="304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FBAC10-F985-4268-9D1E-6C305E89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3" y="401229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61532FB-F8A8-45AE-8589-29A2C3DA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3" y="433288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27D016-09BE-4EE3-B66F-F5A97C1E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563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DC63CF-5E26-4DF8-8C42-71B74B7C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60" y="404638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EED130-CD98-429B-821C-7D78C08F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19" y="404713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0EE1CE-BE6C-4A12-939C-C2E9E0A3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79" y="404788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67AE1A-1A43-43AE-AA7B-517A28CB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438" y="404863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BF67CB2-7004-404B-B0BB-4F80E69C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8" y="404938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5E20479-CD38-48C7-B07B-09097BDF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57" y="405013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CEC3B7-7BEA-49FD-8A77-FCA7ED55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017" y="405088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35DE6D-F85E-4E47-BD0E-5D92BEE7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76" y="405163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0B2B87-D349-460F-8C80-BEA72C78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35" y="405238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5796C62-69DA-4890-9E23-E525A554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" y="405313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BDF585B-F5FF-4635-92C4-85526F13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455" y="405389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B7A884F-8E56-44CF-89EF-D0BCC25C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314" y="405464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7305C88-6DB4-4E19-9DD5-7A6CDD6C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74" y="405539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C057739-0167-45A6-92C1-084EFBF0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33" y="405614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C7EF2A3-41FE-4E54-BE2E-6749B704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3" y="405689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8531FC7-877D-48FF-81B8-D62510E5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52" y="405764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28B8C4E-273B-43D6-99CF-980F3338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12" y="405839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530FDEB-8AD8-4FF7-8582-E4D270D1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471" y="405914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E24CEFC-4A01-4299-BE79-15957F71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1" y="405989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2E9ADAA-14CB-48FB-8B31-05463C35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" y="406064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65F7DD1-C68A-46CA-867B-A90E4B0B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050" y="406139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2DDDF27-5EE9-4D14-8345-7D265431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909" y="406215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37A7FD5-0B17-463F-A097-9A9D3338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69" y="406290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2080F17-3E57-45A2-8CE4-3F084221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628" y="406365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634F24C-83ED-48DE-A0A3-29E85FF5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8" y="406440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6E71972-BEA3-48FD-87CF-F3C368EC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47" y="406515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24A0FAA-4929-4472-8F81-C0847F9E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207" y="406590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92FCB84-6386-43C0-9947-C084EAC4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066" y="406665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2E01100-3174-4BC9-A39B-B9612B27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926" y="406740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1318FD4-F1F9-421E-85FC-67531E12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" y="406815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FD88AFA-757B-4050-B92C-1888BB86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645" y="406890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AD3C708-CB64-416B-ACBD-7616A2CB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504" y="406965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38BBFF2-9700-4CED-9E5B-A6D92181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364" y="407040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4319D77-B358-4B4C-B166-3ACDF655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223" y="407116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02B2C1D-12BC-4FDE-B0C0-6FD61FF0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83" y="407191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D53A1A8-7039-487D-A143-F62DE352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942" y="407266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5FB3D4D-570B-4F92-A0AD-D62192CF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802" y="407341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CEE2281-1A61-4E74-9F53-905E390A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661" y="407416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921B004-770C-45B3-A4B1-9AC35D2D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521" y="407491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FE4AE2A-E17B-4A9E-B9FF-96D6935F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" y="407566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28CA55C-2E5C-43DE-89AB-B4DAD527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240" y="407641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2554D8E-B4C7-49C9-B593-6C9A9285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099" y="407716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31F7332-2FF9-445B-B74C-F4AEEB32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958" y="407791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62688C1-11C0-4CAC-AF4D-DDBCD717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818" y="407866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BD5C1D1-CC74-4E53-B55A-2F3DD888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678" y="407942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763A102-245E-41BF-A330-39F7FF46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537" y="408017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B3083BE-D3F4-4C85-B99B-0260145D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397" y="408092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CF64C02-4227-4BD6-B0B0-6DD2357F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256" y="408167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D6A62A9-DD3C-4BE9-93D6-A04B2DEE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115" y="408242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61C1DD7-9940-4DCB-BD50-490D81D9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621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D01C55C-6814-410A-9B61-0F6A2366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60" y="436846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3FCCF1D-8173-47CE-AB50-468AAAFF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19" y="437070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BD062DD-495A-41AA-96D3-C5166AC1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79" y="437294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E2FFDD1-BE36-4F99-AF21-9C30E39A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438" y="437518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BC141C6-A2F7-4ADC-8348-79B36621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8" y="437742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DBC74AB-86D1-4528-AEA4-B89C10B6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57" y="437967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3B36128-E73A-4730-A12D-C8BE985A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017" y="438191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1113B8E-AB4A-4335-85CF-CE29FA18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76" y="438415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836F805-64E7-4A47-91AC-CF42F0C5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35" y="438639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EDEB9D5-1124-4583-8B64-7D314623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" y="438864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2D42375-0D98-42A7-8941-4D862927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455" y="439088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E0B484A-7F72-4DAA-A4DC-06F7FC30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314" y="439312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3B7E9BD-5EF5-41C9-9B91-9B31A253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74" y="439536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AB8562D-EC51-410C-BBA4-84726B42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33" y="439760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01A7B8A-83B6-492C-A569-D9077030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3" y="439985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5B97CC7-6D3C-4672-B056-EFABF9C2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52" y="440209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F95A42A-D2CE-4EC0-8FDB-B879E265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12" y="440433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35E533A-E984-45F1-AD4A-FAD467FA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471" y="440657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D41A765-E869-429C-9421-9BF9622E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1" y="440882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E68A93A-0614-4D1A-9E21-5E283C55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" y="441106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9AC76F0-1C13-4ABA-9247-959037DD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050" y="441330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339E184-2379-4DB8-8195-A8BBAAFB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909" y="441554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241D123-A783-4906-86C3-9473FCDF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769" y="441778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CD29428-81B3-4000-9FD3-88E10CF7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628" y="442003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0879A54-71F8-4D5D-8377-DB6E6C0B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8" y="442227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841DD68-4732-4404-8A52-921C36F4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347" y="442451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8EC6D1D-0DDB-48F9-BFC9-029AE339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207" y="442675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4D51B74-947D-458E-B60C-24DEC44E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066" y="442900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AAF6985-0BF4-45A1-9A8E-CC95CCAE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926" y="443124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4BBFAC5-FEF9-4E85-A5DD-C4F6195A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" y="443348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B684FB9-3018-46B8-BF2C-3BCE08FB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645" y="443572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D1A1C78-6110-4EC2-BF51-1F762562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504" y="443796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62563C2-F46D-4CE3-862E-C32D22D9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364" y="444021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0F8723A-6DF2-4EEB-A599-6B36559A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223" y="444245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8D6EC1A-713A-4C6F-8D6F-5E46894E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83" y="444469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5551E9F-8801-4283-A43D-96419FB8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942" y="444693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7ECD1F3-A38B-4D27-A4A4-F9F238B7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802" y="444918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0A850F7-0F14-48B4-835D-5121C2C5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661" y="445142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1297D62-1F86-4A6E-9FF8-0512F090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521" y="445366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7CA996F-5F74-4FCB-A833-F0CEDCB2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" y="445590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FAEEA40-6583-42D8-976D-AAA184DD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240" y="445814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1D10A96-5768-46C1-94B0-6838AF91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099" y="446039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DEA0F84-5043-41D6-BF50-4892A38A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958" y="446263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E081B55-0D9B-4478-8E8C-A73BBF93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818" y="446487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C41BC36-8421-42F9-9DA7-962E8AF4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678" y="446711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078CA4E-6C0B-4362-B9AE-3A1E002D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537" y="446936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DC6848A-0416-4199-897E-A5BF54A1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397" y="447160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6DAADD5F-1C5F-4AE5-B2A8-291673D1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256" y="447384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D2F5287-A381-4602-9197-F1D1882B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115" y="447608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D9F38E2-091A-49B8-8199-C8A77C5F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8" y="4049837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416F4E2-E6A3-4E2B-9F1C-70B318CF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8" y="4444992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221CE51-7382-41B1-8807-F452E81E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08317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B71A4D38-E89E-418E-BBBE-04ECF635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835" y="408343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9555B30-A5A9-4865-9CC8-616247C8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694" y="408369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613FCB3-20FC-4223-BF62-31AC96D8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554" y="408395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3F154B8-9C15-4E8B-9D6C-89B24CA9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0413" y="408422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C101A1F-313D-42C8-903D-B402A75C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3" y="408448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07E87D4-9E3E-4BB1-A450-E9F73EB9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132" y="408474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227C958-C8B5-4689-845D-011A25A0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992" y="408500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3F81A69-14A1-493F-B5EF-350861AC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851" y="408526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5F1701F-F50F-4928-8741-0122A115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711" y="408552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DAADA3FA-F84A-404D-A4A5-365E2241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570" y="408579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C0E434D-C9C8-4693-81B6-F92B9FEE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430" y="408605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EE417AC-87FD-4475-8E49-D78673E6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289" y="408631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AE95A81E-C487-4059-B8F0-4CE080F0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149" y="408657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0F591199-06F8-4A7A-A22E-77D593DA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008" y="408683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15827C2A-C0C2-421D-ABF9-CBC434EC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868" y="408709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34B9621-7231-4C96-B783-94428345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727" y="408736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DF6A50D-9A67-4D9F-B8E2-C9048958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87" y="408762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ED08A36-8092-42C5-BF35-F1157F47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446" y="408788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BF56DFF-390D-465F-8314-F0782C0C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306" y="408814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1E1E2ED-61A6-4B51-BCF6-06C6FF36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165" y="408840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D340D2D-2AEB-4911-95AA-514A92BF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025" y="408866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0F45363D-65FA-410B-8D73-6803D987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884" y="408893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E72341F-572E-461E-BF46-D7F4A1F2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744" y="408919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D5600CA9-4F33-45C1-951C-0DE02DAA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603" y="408945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254AAE6-5890-40A7-8280-BE7CFA3D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408971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1FB5FA1-128D-4525-B7D3-CCF3BF7A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322" y="408997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794E7D0-4939-45D5-85E4-C0BC7794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182" y="409023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7EF94E36-ADF3-4399-846C-0C141912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041" y="409050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87934C49-52E7-42DA-8319-E4BDD0E9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901" y="409076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7459C012-B5AA-450A-B936-EB8FD792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760" y="409102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3E224AEF-788B-4212-8E47-F00D4B07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620" y="409128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5242BFA-4A77-4AA9-8BCE-FBC624B5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479" y="409154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AB65DF0E-4977-446B-88E0-81947571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339" y="409180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FD56DD4-AC7E-4389-8D01-2B1612A4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198" y="409207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4FAE28D-0A01-48C8-86D3-FDE91104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058" y="409233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4A572DB-0564-431A-A3C9-66A38F4C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917" y="409259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C72D4BAA-0A79-4D2F-BFF1-FB3B7FFA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777" y="409285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DB696EE-B5AE-427A-86A7-D1172312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636" y="409311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C4FBA05-1E40-4225-B17A-F71992B7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496" y="409337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67D1974-4DBA-4C10-A9ED-527C020C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355" y="409364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25C4E5FA-A014-43C0-B19E-809F06D0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215" y="409390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F7A4031C-9C3F-4D8C-91CC-E1152482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074" y="409416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3892B2CE-7739-4DF1-A9E8-6BC999EB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934" y="409442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C4292EF8-6312-49AF-9C6C-FDFE7923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793" y="409468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30949154-A053-4C92-8569-01A5778C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653" y="409494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7B9DE7A-45EF-47AF-B036-B7ED1F01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512" y="409521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3B5A10C2-677C-420A-B749-03E5CE3F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372" y="409547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2D1B4057-FF3F-4B0A-B5AC-50F07EB9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231" y="409573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B581B657-3ADA-4CBC-9695-9FD82FC8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091" y="409599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8E0D7B6F-4978-4EF0-876D-550FFC9F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47833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5F92BC8-64DF-4501-B54C-D21B83F6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835" y="447879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F90F3EF-ACBD-49CB-AFE8-0EDF0078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694" y="447925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C777A2D-7D80-44E0-A6A0-A0E30027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554" y="447971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9A50B583-40DE-4C83-85C0-4FE7D643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0413" y="448017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8A0D45AA-F6E2-4508-9757-9BD98C40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3" y="448063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27A87DA-DCA8-42F6-8E4A-00018056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132" y="448109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7E67B1A9-5870-4495-A513-FF10AAEA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992" y="448155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2AD4206-D37F-4DE5-AC08-4608CD12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851" y="448201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C1B8DE1C-AAAC-4C0F-97A8-2C1E87C2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711" y="448247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5C1B470D-7B99-4724-9147-33E4E12C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570" y="448293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52FBE033-177F-4430-A498-34D46A0E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430" y="448339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A59144F4-A63F-41B8-B9F8-B0528540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289" y="448385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1B81B93-FDAB-4862-ADB9-33C91CF2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149" y="448431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CBAF76E5-6CF2-4654-AF37-3D4A9C85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008" y="448477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24657286-468E-43DA-8647-49C12B70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868" y="448523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27C5A91-449E-43F6-B9FA-974EF994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727" y="448569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39655802-EDE6-4AA8-9CE1-8C82A7C1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587" y="448615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EBF3D5A8-2998-406C-8C5E-23CC85B8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446" y="448662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4D1799C5-E28F-4797-A322-D8B87AEE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306" y="448708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0628C449-39CE-448F-841E-497C2482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165" y="448754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6E004BE2-7AF2-4A68-9DD1-18EA7235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025" y="448800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47D89E9-073D-4090-892F-C285608F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884" y="448846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7830DCD4-8F60-4E6E-8F2E-F6E7A7D4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744" y="448892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24C46FC-93BE-420F-A7BD-D0AE4076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603" y="448938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75FF26C3-15C7-4334-A961-CFBC451B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448984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2245D64C-5EE8-4A28-8FAD-BDA270E9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322" y="449030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CA9DB76C-9998-442C-A690-CE7B360A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182" y="449076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9D8592D6-2A1C-456A-8DE0-F928ADC0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041" y="449122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C529784-CDE5-44CD-B403-0F213F83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901" y="449168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3C8DF1B7-74B0-4E32-AD9F-EF7E7DBD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760" y="449214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C5D39688-68B7-46CD-ABA3-0B22171E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620" y="449260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32EDCE7F-E7FB-4CAE-BDE2-FF73667C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479" y="449306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26033B70-7EB7-4AAC-92DF-22C9FD9D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339" y="449352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1E4FB183-BB87-4FA4-95AA-F9B7C0D6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198" y="449398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C4E256BD-8BA7-49DF-8B10-D3A06D12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058" y="449444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5372639-698D-409D-9716-D6BB4ABA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917" y="449491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304C976C-37B1-4AE7-9E62-BE751FE1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2777" y="449537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80266723-327A-47F7-9670-D536AA0F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636" y="449583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EB926EE2-15F4-4311-8CE3-0DD1AA47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496" y="449629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5CBF3A58-42EE-4F39-B470-DE330789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355" y="449675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D91431A8-C039-4F88-B248-A2C90872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215" y="449721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6E86615A-128E-4997-8178-EEFA52F6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074" y="449767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25E079E8-0BA1-410B-81F4-08DD10A2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934" y="449813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706686CD-8B60-40CE-B0B0-7EC35A77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793" y="449859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1D84E29-DECE-41AC-9EA4-89DC84BC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653" y="449905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9B7776CF-7139-4AB1-AD07-8284F59A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512" y="449951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6AC80F14-70B8-4228-8026-F029B7B1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372" y="449997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36BB013F-8765-44D3-AAB2-3BC1B5D3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231" y="450043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68DB25AB-C074-4465-AC1C-2638EA7C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091" y="450089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6D8993A8-35D3-4EDC-8DB2-B1FFE5D1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406292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9A6010A4-FAB9-4F98-B369-B422233D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446802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F85CE043-603B-4114-9CD1-C09688DD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9625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8407442-D1F2-4369-B08B-447178F4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810" y="409679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7D441278-4CFD-461A-B5E4-E64E96B8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5669" y="409732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67F9D562-19AA-41F8-B92B-C7BC5B66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29" y="409786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485EBD0E-16F9-40E6-9679-CADECE03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388" y="409839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8986096A-1C78-49E1-8F64-49ED41C2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248" y="409893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F9617327-7FBB-46E7-B1ED-910592C1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107" y="409946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D83FBDD-46B5-4F3C-B951-4E006DBF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967" y="410000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0EFBE178-7AF3-46C3-8B11-9F1828E4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826" y="410053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5AB32219-6E6C-430B-B00F-F7A9B654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686" y="410107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EFC3B4A0-8BDF-46D9-8C4F-A1FF4853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545" y="410160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3BA7C79F-2CC9-4483-AF11-65F09810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404" y="410213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51C1ABC6-B303-4EFF-93E8-79564133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264" y="410267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278369A3-B3C6-4DA6-AACC-0728E484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124" y="410320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09C4C4E-8C44-441F-95D2-0D1725D1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983" y="410374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D07E3C44-94FB-45FC-ABC2-A79D9623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843" y="410427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5FFC214C-A348-4088-82FF-00CB18EA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702" y="410481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BA984AB0-6B2E-420A-B6BE-EC3AA6C7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561" y="410534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C7B2C197-0C96-448C-8D64-460EBBEB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421" y="410588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40590211-4732-4BA7-BF06-98C64A2C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281" y="410641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4767AAC3-A159-4DFD-B597-D69DB3BC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410695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28B90F38-147E-47F9-B1DC-063E7C3E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000" y="410748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99FF265E-A193-42F9-976A-D0C99F81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859" y="410802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47C9AEBE-C031-4A6F-8FCB-6F9B0088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719" y="410855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DB7F3F0F-A442-4FA8-B08E-CA26ABD2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578" y="410909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6FB21EA0-23D4-4B70-9C91-3C0F2B52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410962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72547451-B556-45D3-A3C5-784BFCE1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297" y="411016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3E0A0C49-A018-4FB2-A2AF-6A3BF751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157" y="411069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22F3A13C-C671-4080-8354-5AFF42D9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016" y="411122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E9BDFE9A-76DF-4A44-8179-9020E0D9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876" y="411176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810BCAC5-A7B1-4441-9769-F17E35E9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735" y="411229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491AA9B4-7E1B-4F4B-975A-787E56CB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595" y="411283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A338D4E2-A8B2-48B8-814A-3B238BAA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454" y="411336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47A9F325-52A9-4212-AC0F-FBF976EA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314" y="411390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262B97C5-2ED8-4DD5-AA83-3A2CE0CA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173" y="411443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0F2567AA-88E7-4555-BF72-1A721715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033" y="411497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248A7837-1195-4892-A2B6-8D59B22B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892" y="411550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81350D1C-1183-48B4-9312-0176EC02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752" y="411604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39C3E32D-B8CA-4B29-86D7-E2789F38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611" y="411657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252F2249-2BE3-4478-8F8F-CB82D3A2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471" y="411711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7691BED9-7960-448C-8292-65020F73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330" y="411764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149BB3C0-1E15-42D7-ABE9-1792E341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190" y="411818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C40477A1-FA2B-48DB-B868-D6E953F2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049" y="411871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992F4B45-2915-4A6F-90D1-55A3BB7F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909" y="411925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A56DF77D-F5FA-48F8-815C-929F9DE0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11978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79B06185-A2CF-4FB0-91A2-592D0DF0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628" y="412031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01044880-0676-4F60-9C6E-6E567321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487" y="412085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1799B205-A042-422D-AD75-53E0868C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347" y="412138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93433998-6A69-42A0-B295-9A8B9707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206" y="412192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240A61A1-FD63-47CD-BB47-1631F71E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066" y="412245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AF842DFE-459D-4001-98DD-B315ED1F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0135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7C221707-7A8E-4AA5-8D72-B84842AA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6810" y="450182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72BFFD2B-97BF-41A5-A922-B02FCCB6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5669" y="450228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ACF92141-D000-4DD0-9BA8-DFD46527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29" y="450275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8F4E32D8-DD8F-4060-93DE-10853169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388" y="450322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C7756A6E-74BF-4190-8574-CCB90930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248" y="450368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2DED0087-D38A-4285-A9E0-61F9DFD5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107" y="450415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A5392B4C-3A86-408F-9B2A-852601EE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967" y="450461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55D3AB02-4E61-4C08-B566-8CA01418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826" y="450508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6B03193C-684B-4D0E-87CE-E214D1A8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686" y="450555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CAC4CFFC-0431-47B8-BEFD-731E2BE5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545" y="450601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5B179280-BB4B-44B6-B6EE-6D072A09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404" y="450648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C652D5F4-E810-4DB4-ABE5-D979FA57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264" y="450694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12E579B6-26DD-452B-9276-B08DA189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3124" y="450741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0CDDF8CB-D400-4873-AC60-7DCBC100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983" y="450787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FA1D57C3-9594-4614-A776-96BEBE2E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843" y="450834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05AD195E-E3E7-4B56-9E50-C785DEBE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9702" y="450881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18C3F1AE-35B7-42D6-8991-F122ABDC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561" y="450927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C301C084-DA14-4F6D-9711-EF5829DD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421" y="450974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788DE268-8C9E-4DF6-8550-422E0D40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281" y="451020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18652637-5144-429D-9DBA-303F2E6B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451067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810E9857-FA78-4B9C-BB51-12E09A18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000" y="451113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68D802C4-5579-4F79-9A49-F81CC965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859" y="451160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4488F4CC-CFF1-4540-99D4-B13DE223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719" y="451207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B31DF513-7B6B-4189-ACF7-78D3E606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578" y="451253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336DC6D4-4B49-4834-8406-976B59B8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451300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95DFE88F-F856-4E39-A652-A39305BA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297" y="451346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860B11DC-480A-46AD-9AC9-AB7C3A4E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157" y="451393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26C415AE-F830-4E12-8328-097C101B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016" y="451439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3A0F58D0-4EE4-4CE0-A5DF-663F6506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876" y="451486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8B43BB29-B975-4E27-A6B1-A71B4B13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735" y="451533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E56652DC-7AEB-47B7-9467-050359C5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595" y="451579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C47674CD-7FCD-4A8B-B2F3-98A42D52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454" y="451626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28BA1192-1C07-4184-B1EC-1FEDA314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314" y="451672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1C88D670-4A3B-408C-83C2-894F7273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173" y="451719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70290498-1C66-4F80-8D2A-751914F0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033" y="451765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FF78E854-1629-4940-916D-3E12E05F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892" y="451812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BDDC8D53-F7C5-4348-97C6-C00A7882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752" y="451859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FBE6EB9D-64EA-4016-A358-5A609A3E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611" y="451905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0DC7BE5E-BD16-4ED5-B7B8-873B051B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471" y="451952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EDD27511-097C-4196-955D-22BE2AAE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330" y="451998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0479D199-F095-4740-A595-209C0FF1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190" y="452045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7C8B3B98-4997-42C4-851B-C9A512ED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049" y="452092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D05A5C95-B236-4BEE-BFF6-8BC33EAF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909" y="452138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D860F2BF-9021-40C9-826C-86B4FDF7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52185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06705E49-2F67-4182-A568-72019F91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628" y="452231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9CE88299-5855-4B30-8717-0B838D7B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487" y="452278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BB30F5C5-D881-436F-AAE7-9A4EC003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347" y="452324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0B3B41D4-3E70-4A2B-8CB2-4DC5D216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206" y="452371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747F00A2-414A-4EC7-920C-40AD2B06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066" y="452418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B10210DD-6777-4586-A0D1-4D8C55BB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408965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DF03FAE1-FFEC-48C1-B966-AD4D1B64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449130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38C29567-8183-4232-B24D-3D66172A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12299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C3E1D58B-3A66-469F-AD07-D6C33206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785" y="412452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70541A58-6C94-4C34-91F6-BB6D4714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644" y="412606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CBF52792-99CA-4C31-AE00-FEEDF688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504" y="412760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4D39B6F8-F88F-43B2-8705-17F9BE47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363" y="412913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6D0D0E1B-43A2-40BD-B2BE-0921C01D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223" y="413067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A2071DEC-9416-4D58-A190-0A01CABD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082" y="413220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7F194DF0-B2D6-42A8-A385-44A1FA1B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2942" y="413374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56B8306C-A4F5-4D1D-8057-01FF7C1A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801" y="413528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56A8DFCA-0787-4C57-B1C5-C054FAB5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661" y="413681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9C8C1AF0-EE11-45BE-9A90-AD4ABA99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413835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37BC135A-4494-4D65-89FB-7382041A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379" y="413988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4FB48419-0D2A-4484-A6D7-B0740F02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239" y="414142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C04E9DFF-0996-410D-A0BA-D8F5F38B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099" y="414295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E09BFA98-57F4-4B0C-8694-8542D874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958" y="414449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5D76D281-95B6-49E7-8B28-B6A034B8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818" y="414603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CCDA14F9-7B77-406B-A231-BE6E303C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77" y="414756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6F09C60E-7CD3-45DF-B1FD-787F1DE7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536" y="414910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B0C39324-5AF2-4A28-BF34-4DDA07D4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396" y="415063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20D5C81F-02A1-4931-BA21-F2805CD6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256" y="415217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F173FE7A-2628-40BD-9E91-7942A00D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115" y="415371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CB113CAC-9324-424A-8E91-92F54184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975" y="415524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48401BEB-DD15-4A92-9AC5-8440CC94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834" y="415678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3C2721A4-82CD-47F6-86FE-158B921E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694" y="415831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13EA2E70-DC3A-4E8F-A022-4DBBE5F3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553" y="415985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7016EDB3-021B-4D7A-94CB-98FD779D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413" y="416139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DD631655-3619-46E5-BD8A-3564BB2D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272" y="416292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4AAB0ADF-76D2-4D91-A5A0-8174EAA2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132" y="416446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B314BE51-71DD-496F-808A-589E3711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991" y="416599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C8FBAD72-F109-4803-8E20-ABF6106E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851" y="416753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8D337F83-3ABC-4F83-8834-BE868093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416906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232D94EE-F0F3-4B03-B44A-54F9F2CA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570" y="417060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41A94B21-62D2-400A-961F-E4EA0B29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429" y="417214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1C34D492-4C51-484D-A0A7-4336BB6C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289" y="417367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32EAA64B-EC44-4506-AF6B-4F57E3E2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2148" y="417521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2E4F1E0F-1907-4780-B603-41C4A6FC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008" y="417674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235F6086-12DD-4434-A4C4-632817CC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867" y="417828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19F383AA-4668-47E6-BA9A-E9273E8D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727" y="417982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51A2C954-9135-47BC-977D-81C5E233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586" y="418135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1749C5DB-58B4-46A3-B2CD-2BE40B55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446" y="418289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A1F0D275-3599-44E1-A2B2-31A9BE3F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305" y="418442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77339A26-45FB-4D82-8259-30150515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165" y="418596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67D4FA68-1F97-4A75-B3BB-90FC1766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024" y="418749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E4E5D5CC-231B-4F9C-9FCA-F67EFCDE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884" y="4189035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0DAC422B-E8C9-4B93-80FC-68C98F04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743" y="4190571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8FAA3E9C-D776-4F70-854A-0AC19F57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603" y="4192107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CAB32EE9-B9FE-4886-A2C4-7B5E0EA5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462" y="4193643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CBEEEF84-D753-4A8B-9CB1-38E74E96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7322" y="4195179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EBE256E2-A28D-4D55-B623-71D944D2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181" y="419671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1C95F712-4619-4CE8-B4BD-F668A217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041" y="419825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C007D2F7-1771-460C-84F5-70C21DC1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52464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E0D33591-A277-492E-9B13-027C75AD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785" y="452600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19BAC3D9-EC61-481F-8C77-472B4105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644" y="452735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DA4EA7E4-1966-450A-9209-27D89375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504" y="452870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7BD5F078-EFF5-4DA3-9038-258D87D0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363" y="453006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EA3B043D-C7BE-427B-97C8-2DBDC197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223" y="453141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1149F0C9-2442-4541-AF73-E3CCFD80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082" y="453277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401FC034-096A-4A15-A51C-01420B6D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2942" y="453412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4B5405C9-B72D-43DE-95E2-9E34664B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801" y="453547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FAF0031B-40F6-4F31-975C-1EBDD4E4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661" y="453683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26C565BF-68A2-4CC1-AE3E-91535B63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453818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5885CBF7-081A-4D67-92D2-5BC19DB3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379" y="453954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C4D71B86-8827-4D52-8979-9A18DDFE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239" y="454089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E4EDF48F-AF76-4791-A5E6-229D265A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099" y="454224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40AD6A59-2305-414B-8231-64FE7DEC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958" y="454360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6A2A52CD-E679-45D4-B1B7-3D26CE54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818" y="454495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DC4CDF33-2F87-4315-8E6B-620ABA5D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677" y="454631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C11F3EA1-1F6A-4232-A957-5138A1D3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536" y="454766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CB18DB49-78A9-45FB-BDC3-BB3AEE0B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0396" y="454901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551A3A88-42F4-4314-B9D4-24529769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256" y="455037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2301E87D-7503-41AC-A135-FD7412F3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115" y="455172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D3CD8C91-117F-40B6-BD81-3AACB9C8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975" y="455308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A51F9090-3DC0-4883-B9AC-BE3AE156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834" y="455443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EAA29E3A-2ABD-4F2E-A9E7-DC226C15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694" y="455578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B0E21E4D-CC77-4CE9-BA04-14ED5264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553" y="455714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A88DC6D0-7618-4D42-BE0F-A3ADEC6E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413" y="455849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E3713FD5-AF85-40BC-B034-10E4B4BE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272" y="455985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5302D897-0C6A-434A-92E7-2E6EF27A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132" y="456120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BB8D67C5-726D-4246-88D9-FDFCBBBE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991" y="456255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66C92D57-DA68-4F6E-913A-6851A113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851" y="456391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B5B45984-D434-4121-BCB9-34A1159C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6710" y="456526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6C3390E4-F3C5-440F-A0D5-E44DF8A6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5570" y="456662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1C305569-7219-4638-8DBF-7D0230FF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429" y="456797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75C0F00B-4C01-4D55-91AE-3FC8B310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289" y="456932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F3BD26E1-2C76-44E3-8F6A-A0E88D4F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2148" y="457068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7E50EC77-98CB-4659-A53C-21951C91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008" y="457203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2205A9CD-109A-484A-80A1-73DC4921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867" y="457339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63C4B788-DF21-4921-AC5B-57E76573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727" y="457474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A462AFA0-7C5D-4B6C-B242-68409070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586" y="457609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693F2140-28DA-42C8-999B-D99733C4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446" y="457745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3D26C65E-603E-4701-A569-3107AA6C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305" y="457880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C69A50DA-422E-4E6F-8174-5E12576F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165" y="458016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CC7D8263-B796-43CA-A901-DD3FEA56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024" y="458151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4A166D30-B197-4708-9FA7-75085CA1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884" y="458286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36740A86-919E-4DD3-8FC8-C0E4B106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0743" y="458422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B57B23D7-0332-49D1-A90E-216C0910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603" y="4585576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19782F63-BA72-45AC-8890-37696603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462" y="4586930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30D81761-1F6E-49ED-9075-E846A0E7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7322" y="4588284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7363A38C-BA07-474D-8D68-1D777722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181" y="4589638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22190C75-7181-4E4E-B223-55939B34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041" y="4590992"/>
            <a:ext cx="17145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070B7EEF-5F99-430B-B7F2-598BCB7A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563" y="4166449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87DF8349-E9EA-45BB-9B05-8CDB40C5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563" y="455900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D119098B-3C00-4BE2-B07B-A7C16344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789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C8C"/>
          </a:solidFill>
          <a:ln xmlns:a="http://schemas.openxmlformats.org/drawingml/2006/main" w="0">
            <a:noFill/>
          </a:ln>
        </p:spPr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44D2A4D4-D347-4623-A306-CE18F7E8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1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Low-display duration</a:t>
            </a:r>
          </a:p>
        </p:txBody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2ABA8D3E-93C5-48DF-AF53-856054DB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89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C8AB6511-7DB5-40D2-8340-DC1B8D1A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741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Deficit AUC</a:t>
            </a:r>
          </a:p>
        </p:txBody>
      </p:sp>
    </p:spTree>
    <p:extLst>
      <p:ext uri="{BB962C8B-B14F-4D97-AF65-F5344CB8AC3E}">
        <p14:creationId xmlns:p14="http://schemas.microsoft.com/office/powerpoint/2010/main" val="1799695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2026-10-04T03:17:20.1350000Z</dcterms:created>
  <dcterms:modified xsi:type="dcterms:W3CDTF">2026-10-04T03:17:20.1350000Z</dcterms:modified>
</coreProperties>
</file>