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f876f2ce6641af" /><Relationship Type="http://schemas.openxmlformats.org/officeDocument/2006/relationships/extended-properties" Target="/docProps/app.xml" Id="Ree516dd98e4c4e31" /><Relationship Type="http://schemas.openxmlformats.org/officeDocument/2006/relationships/officeDocument" Target="/ppt/presentation.xml" Id="R925b37982ed349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f0b702702e438f"/>
  </p:sldMasterIdLst>
  <p:notesMasterIdLst>
    <p:notesMasterId xmlns:r="http://schemas.openxmlformats.org/officeDocument/2006/relationships" r:id="Raf48f2453fea47e1"/>
  </p:notesMasterIdLst>
  <p:sldIdLst>
    <p:sldId xmlns:r="http://schemas.openxmlformats.org/officeDocument/2006/relationships" id="256" r:id="Rf463983ae7694034"/>
  </p:sldIdLst>
  <p:sldSz cx="5981700" cy="647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078f2024fd44f5" /><Relationship Type="http://schemas.openxmlformats.org/officeDocument/2006/relationships/slideMaster" Target="/ppt/slideMasters/slideMaster1.xml" Id="R04f0b702702e438f" /><Relationship Type="http://schemas.openxmlformats.org/officeDocument/2006/relationships/notesMaster" Target="/ppt/notesMasters/notesMaster1.xml" Id="Raf48f2453fea47e1" /><Relationship Type="http://schemas.openxmlformats.org/officeDocument/2006/relationships/presProps" Target="/ppt/presProps.xml" Id="R490ed8851f0f4fc9" /><Relationship Type="http://schemas.openxmlformats.org/officeDocument/2006/relationships/tableStyles" Target="/ppt/tableStyles.xml" Id="R424cc1a6dd65423b" /><Relationship Type="http://schemas.openxmlformats.org/officeDocument/2006/relationships/slide" Target="/ppt/slides/slide1.xml" Id="Rf463983ae76940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5e929c30f24a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Frame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Frame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Frame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Frame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Frame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Frame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f67c33212744f3" /><Relationship Type="http://schemas.openxmlformats.org/officeDocument/2006/relationships/notesMaster" Target="/ppt/notesMasters/notesMaster1.xml" Id="R1b9857c32ea647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Frame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Frame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Aggregate flow counts from Supplementary Tables S1 and S27. Sequential cohort exclusions are mutually exclusive. Editable vector shapes, no patient-level data.</a:t>
            </a:r>
          </a:p>
        </p:txBody>
      </p:sp>
      <p:sp>
        <p:nvSpPr>
          <p:cNvPr id="4" name="Slide Number Frame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7b1f9d9ec45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da1e291d414fb9" /><Relationship Type="http://schemas.openxmlformats.org/officeDocument/2006/relationships/slideLayout" Target="/ppt/slideLayouts/slideLayout1.xml" Id="R53f8f8d80e3e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f8f8d80e3e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73c5603c044db" /><Relationship Type="http://schemas.openxmlformats.org/officeDocument/2006/relationships/notesSlide" Target="/ppt/notesSlides/notesSlide1.xml" Id="Re83b3ece045a48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FC3CE0-BFA6-4D6E-8170-F4BE0290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8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a  Primary waveform cohort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A70CE-4409-4826-B3B5-166A6F71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b  Infusion-adjustment subset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826A2-8F68-4F90-B7EC-33D6AB7F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52450"/>
            <a:ext cx="2714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B52A7-BE7D-4442-B816-111ACF1A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581025"/>
            <a:ext cx="2581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VitalDB source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6388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9E72E-BD1A-4CB8-9FBA-DFD61C37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5BC60-34C1-463B-A367-3671675A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038225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72F1D-019D-44EB-A543-192C4F3A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07632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57 aged &lt;18 yr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2BF64-3DD7-4461-8DFF-485BCFA0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362075"/>
            <a:ext cx="2714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BA6A2-8363-45CA-BED7-D652C6CF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390650"/>
            <a:ext cx="2581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Adults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6331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CFE23-CFAE-4971-9674-7C2B5581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68851-8460-4DA2-A690-2D08869B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84785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5A866-52D9-48F9-81F5-A80D625A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885950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342 without general anaesthesia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9F2D0-062F-49E6-8CFE-25D7A04B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171700"/>
            <a:ext cx="2714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BF4C4-3147-4905-9707-CD2B3DDC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200275"/>
            <a:ext cx="2581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General anaesthesia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5989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77D86-07CA-4018-A15A-FF6DEBAE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0A2D2-978A-4CE7-B35B-DB25D950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657475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31104-95A4-4B92-81DC-8B816873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69557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430 cardiac, obstetric or transplant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B1329-6B11-4AFD-95A6-984CFFA1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981325"/>
            <a:ext cx="2714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6E72B-A2C7-4DFF-891E-48F5DB2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009900"/>
            <a:ext cx="2581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Eligible surgery groups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5559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E0996-EBFC-4C67-8B52-2BBCED15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FFA45-D245-4D62-8CF0-C5DB2064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46710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52CAB-1D7D-4617-84C3-062ED3CF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505200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110 with duration &lt;60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8CD41-E0F3-4D63-B739-475920A5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790950"/>
            <a:ext cx="2714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AF8381-C42F-47C5-82D8-AAB2F448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3819525"/>
            <a:ext cx="2581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Anaesthesia duration ≥60 min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5449 cases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AF55B-9475-4B2A-843F-1A22FAF2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386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E5FF6-6D90-4B45-B558-DE011F42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276725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030DA3-E786-4A7A-8923-2C60D540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314825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2134 without candidate MAP track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63936-8B82-4F9A-9A02-EA69F93F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4600575"/>
            <a:ext cx="2714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7764A8-3088-42B2-8F92-190E8C37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4629150"/>
            <a:ext cx="2581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Candidate arterial MAP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3315 cases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505B8C-A04B-42C6-9859-2F155403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95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22CB0-3F2B-4EE0-B809-EDDD02F1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086350"/>
            <a:ext cx="2724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40727F-B171-4685-BE85-9E3B93BE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124450"/>
            <a:ext cx="2724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880 with valid MAP coverage &lt;80%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65722-E503-4BCE-8C3F-075A4516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5514975"/>
            <a:ext cx="27146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986363-C2A8-4EC4-97A1-A3B4D1E3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5543550"/>
            <a:ext cx="2581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Primary waveform cohort</a:t>
            </a:r>
          </a:p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2435 cases / 2380 subjects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4FC43-990A-4A93-B649-9F8DF04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524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CA30FB-9822-4211-9C3A-A54D86BC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00075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Target pump records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133 cases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BA9B2B-D073-4B90-BB88-FA313B15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104900"/>
            <a:ext cx="9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53B9E1-C1A4-4E6A-8BF3-90F189C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495425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BD9717-D7C1-48EA-869F-9C70A00E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1543050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Observed starts or increases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834 rate changes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7F47FC-4D70-4351-85BE-D1BFFE3F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047875"/>
            <a:ext cx="9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201029-7B6A-401F-B231-60A8B6AD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3840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8F6F19-C4D5-473D-9B62-23F52AB7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86025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Quality-eligible adjustment blocks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640 events / 124 cases / 120 subjects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05274D-7C2F-4906-B259-AC17CDD7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90850"/>
            <a:ext cx="9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AC4852-0E70-4D22-B8A2-F8C28227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381375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99D47F-FB1C-4EE0-87F2-B07D7B1C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29000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Reference MAP &lt;65 mmHg</a:t>
            </a:r>
          </a:p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236 events / 85 cases / 83 subjects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B90D70-E862-42DC-9242-D8C42054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33825"/>
            <a:ext cx="9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DD18EC-8CBB-4DEB-835A-D21D4B36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24350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AD37A4-E4CD-475C-92B6-8BBFDD59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71975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Full post-window support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234 events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13AA90-F758-4094-ABD3-441E78D8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876800"/>
            <a:ext cx="952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0DEADD-4B3D-4F7D-8BC0-47D8BA48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267325"/>
            <a:ext cx="271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7620">
            <a:solidFill>
              <a:srgbClr val="55555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AC4134-527D-4E29-BC1B-3FCDC790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14950"/>
            <a:ext cx="2600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Confirmed reference recovery</a:t>
            </a:r>
          </a:p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184 events / 80 cases / 78 subjects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A9DFAB-54DE-41CE-B2F5-21BC37B0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95312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Low-reference states use 236 events.</a:t>
            </a:r>
          </a:p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Post-recovery persistence uses 184 events.</a:t>
            </a:r>
          </a:p>
        </p:txBody>
      </p:sp>
    </p:spTree>
    <p:extLst>
      <p:ext uri="{BB962C8B-B14F-4D97-AF65-F5344CB8AC3E}">
        <p14:creationId xmlns:p14="http://schemas.microsoft.com/office/powerpoint/2010/main" val="2142951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2026-10-04T03:17:18.6330000Z</dcterms:created>
  <dcterms:modified xsi:type="dcterms:W3CDTF">2026-10-04T03:17:18.6330000Z</dcterms:modified>
</coreProperties>
</file>